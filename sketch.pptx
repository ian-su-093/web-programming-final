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94765"/>
    <a:srgbClr val="5A70A0"/>
    <a:srgbClr val="1D2434"/>
    <a:srgbClr val="7579B3"/>
    <a:srgbClr val="33365D"/>
    <a:srgbClr val="21252B"/>
    <a:srgbClr val="1E20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>
        <p:scale>
          <a:sx n="125" d="100"/>
          <a:sy n="125" d="100"/>
        </p:scale>
        <p:origin x="-10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D8CEF2-4E0E-CBF5-3998-6DFC387CC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5C6C67F-7059-C6C3-48BD-3D43ABCDB7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DEAB07D-3FE3-6684-7158-72AA88F5A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5A89A-2F3B-4984-B65D-FD9E2F54E9F6}" type="datetimeFigureOut">
              <a:rPr lang="zh-TW" altLang="en-US" smtClean="0"/>
              <a:t>2025/12/15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A7E800C-9C6D-6D77-50D0-8ADA53B0F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348C5E7-73CE-CAC1-A196-8881401E4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8D535-EE8D-4097-8851-287177D0EF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221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63388E-D7A0-73FB-6853-FFA8E3F45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BEF58CE-A91B-5D04-828B-C2572222F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EADB952-62D3-E9F5-81BA-49F544C1F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5A89A-2F3B-4984-B65D-FD9E2F54E9F6}" type="datetimeFigureOut">
              <a:rPr lang="zh-TW" altLang="en-US" smtClean="0"/>
              <a:t>2025/12/15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891F18C-BC41-BC67-CBED-C160FC52F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6761689-7EA3-8C4A-23F3-F06092730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8D535-EE8D-4097-8851-287177D0EF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6543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A250A0-68FA-C0CB-F44D-134837AAF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CF092CF-F5FC-BAD5-3A7B-C9C1865647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77C6D10-12E8-5626-31CC-D9A294A1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5A89A-2F3B-4984-B65D-FD9E2F54E9F6}" type="datetimeFigureOut">
              <a:rPr lang="zh-TW" altLang="en-US" smtClean="0"/>
              <a:t>2025/12/15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458FF73-5AB2-B6C6-EA00-A90728217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124B462-9588-0E3D-3399-60FC0E3FD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8D535-EE8D-4097-8851-287177D0EF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0474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B39D2B-5A16-83A4-5047-CD6251C79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2A1DD34-F087-245E-D202-7095AF7C6C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26C9D26-FFE1-D11E-88EE-C4160A73A6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83900BF-EA52-C3E7-3281-FEA268F62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5A89A-2F3B-4984-B65D-FD9E2F54E9F6}" type="datetimeFigureOut">
              <a:rPr lang="zh-TW" altLang="en-US" smtClean="0"/>
              <a:t>2025/12/15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792165A-CE9D-DB67-2272-E467EBAC5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C552B5E-DF7D-5DEA-3E69-64999EE01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8D535-EE8D-4097-8851-287177D0EF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9420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E5B2CD-E810-B5B4-D0C9-A71257B05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BA26834-1727-1DF2-AE83-710166FDD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71F4CC5-E3E1-ED6E-1ED3-14F294369B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C7E7689-7961-C7C1-69C8-F77D86E62A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1E41304-E2ED-E5E4-30B8-9378A835A9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C26450E-E20F-C557-05E1-502CEB553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5A89A-2F3B-4984-B65D-FD9E2F54E9F6}" type="datetimeFigureOut">
              <a:rPr lang="zh-TW" altLang="en-US" smtClean="0"/>
              <a:t>2025/12/15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914F7A7-6BB1-AB42-E058-44AF493F9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BF20972-3745-92EB-E922-C8A722F9D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8D535-EE8D-4097-8851-287177D0EF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682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978D11-7AB2-ADF4-AD0F-906B162FA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B8838C2-D6D6-037A-C488-3AD8837CB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5A89A-2F3B-4984-B65D-FD9E2F54E9F6}" type="datetimeFigureOut">
              <a:rPr lang="zh-TW" altLang="en-US" smtClean="0"/>
              <a:t>2025/12/15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B800D2C-4E8A-FCC1-2812-A76945E49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0735EF3-23E6-094E-88E0-FCAEF54B0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8D535-EE8D-4097-8851-287177D0EF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1438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93D2B58-7E11-BB71-7255-10C979A46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5A89A-2F3B-4984-B65D-FD9E2F54E9F6}" type="datetimeFigureOut">
              <a:rPr lang="zh-TW" altLang="en-US" smtClean="0"/>
              <a:t>2025/12/15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9F3B330-B5E1-979F-85E1-03D23D3D8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DA9B7E2-A65F-6F9B-FE0A-49ED96DC0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8D535-EE8D-4097-8851-287177D0EF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6379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7D5239-8F01-F6C4-8EF6-C53CAEA06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2FC705E-F3CF-AC5F-3044-D74B001CB4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B634A49-D0E7-B2E8-8921-BA9616CE31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FE442EA-A7DB-2B08-93EF-DF73BDBB9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5A89A-2F3B-4984-B65D-FD9E2F54E9F6}" type="datetimeFigureOut">
              <a:rPr lang="zh-TW" altLang="en-US" smtClean="0"/>
              <a:t>2025/12/15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C54D7AE-1842-C379-4079-2CF3E127C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888D2EA-D58F-EBAA-D2D3-BC5891FE4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8D535-EE8D-4097-8851-287177D0EF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0014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58C593-195E-98E6-38F2-E16CE13FD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F53B6C9-67DA-DD74-9EB7-98273F0823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12D215C-6895-AE5B-37AF-4D8D969E3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18B6DAB-26CF-116E-9237-486B3C409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5A89A-2F3B-4984-B65D-FD9E2F54E9F6}" type="datetimeFigureOut">
              <a:rPr lang="zh-TW" altLang="en-US" smtClean="0"/>
              <a:t>2025/12/15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89B9E62-95B5-6462-B876-E14BEB518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07B0E39-BAA5-CD6E-ADF6-B72900FF0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8D535-EE8D-4097-8851-287177D0EF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1900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A49877-DF73-A0F6-9F1F-B97B6F6F9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EF6BD46-22C9-5AA7-8B1C-0B2DF1393A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97365C2-A78D-6229-1510-23F9A66B6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5A89A-2F3B-4984-B65D-FD9E2F54E9F6}" type="datetimeFigureOut">
              <a:rPr lang="zh-TW" altLang="en-US" smtClean="0"/>
              <a:t>2025/12/15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BACDA00-744C-B2D0-8D45-28BA439FE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32D81BB-4620-E0DC-A7C2-27A56BD5D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8D535-EE8D-4097-8851-287177D0EF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5292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C6BD6F0-9BA5-2D40-965E-D76722260F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87A5072-B610-6CD5-7CF1-33E458EB2E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431EBFE-CD77-C9DA-2347-863D9D43F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5A89A-2F3B-4984-B65D-FD9E2F54E9F6}" type="datetimeFigureOut">
              <a:rPr lang="zh-TW" altLang="en-US" smtClean="0"/>
              <a:t>2025/12/15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ADAB36C-5289-5A73-E62E-1FAD64A80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246D4F6-68ED-E6E9-9CE5-5C4B9FFF9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8D535-EE8D-4097-8851-287177D0EF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1576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9AA7988-7D1B-4EE8-6A8B-589FD6505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0F3F243-157C-AD03-D2A2-3A60CD46A1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69E6D2A-488F-C657-9D35-4278D9FB5E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85A89A-2F3B-4984-B65D-FD9E2F54E9F6}" type="datetimeFigureOut">
              <a:rPr lang="zh-TW" altLang="en-US" smtClean="0"/>
              <a:t>2025/12/15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95C5A14-58F1-9C97-C901-7E474BEFF9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6AC8027-A246-AB21-248F-862508BDE4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98D535-EE8D-4097-8851-287177D0EF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6831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圓角 3">
            <a:extLst>
              <a:ext uri="{FF2B5EF4-FFF2-40B4-BE49-F238E27FC236}">
                <a16:creationId xmlns:a16="http://schemas.microsoft.com/office/drawing/2014/main" id="{698F0FD8-E68B-A227-F9B6-C8F74FFC82A8}"/>
              </a:ext>
            </a:extLst>
          </p:cNvPr>
          <p:cNvSpPr/>
          <p:nvPr/>
        </p:nvSpPr>
        <p:spPr>
          <a:xfrm>
            <a:off x="2868843" y="1474304"/>
            <a:ext cx="6219316" cy="3118636"/>
          </a:xfrm>
          <a:prstGeom prst="roundRect">
            <a:avLst>
              <a:gd name="adj" fmla="val 4959"/>
            </a:avLst>
          </a:prstGeom>
          <a:solidFill>
            <a:srgbClr val="1E20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手繪多邊形: 圖案 10">
            <a:extLst>
              <a:ext uri="{FF2B5EF4-FFF2-40B4-BE49-F238E27FC236}">
                <a16:creationId xmlns:a16="http://schemas.microsoft.com/office/drawing/2014/main" id="{8DF27D9C-5889-F643-7560-6D0255088E0D}"/>
              </a:ext>
            </a:extLst>
          </p:cNvPr>
          <p:cNvSpPr/>
          <p:nvPr/>
        </p:nvSpPr>
        <p:spPr>
          <a:xfrm>
            <a:off x="3636659" y="1478185"/>
            <a:ext cx="5451500" cy="3114756"/>
          </a:xfrm>
          <a:custGeom>
            <a:avLst/>
            <a:gdLst>
              <a:gd name="csX0" fmla="*/ 0 w 5451500"/>
              <a:gd name="csY0" fmla="*/ 0 h 3118635"/>
              <a:gd name="csX1" fmla="*/ 5296847 w 5451500"/>
              <a:gd name="csY1" fmla="*/ 0 h 3118635"/>
              <a:gd name="csX2" fmla="*/ 5451500 w 5451500"/>
              <a:gd name="csY2" fmla="*/ 154653 h 3118635"/>
              <a:gd name="csX3" fmla="*/ 5451500 w 5451500"/>
              <a:gd name="csY3" fmla="*/ 2963983 h 3118635"/>
              <a:gd name="csX4" fmla="*/ 5357045 w 5451500"/>
              <a:gd name="csY4" fmla="*/ 3106483 h 3118635"/>
              <a:gd name="csX5" fmla="*/ 5296852 w 5451500"/>
              <a:gd name="csY5" fmla="*/ 3118635 h 3118635"/>
              <a:gd name="csX6" fmla="*/ 0 w 5451500"/>
              <a:gd name="csY6" fmla="*/ 3118635 h 31186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451500" h="3118635">
                <a:moveTo>
                  <a:pt x="0" y="0"/>
                </a:moveTo>
                <a:lnTo>
                  <a:pt x="5296847" y="0"/>
                </a:lnTo>
                <a:cubicBezTo>
                  <a:pt x="5382259" y="0"/>
                  <a:pt x="5451500" y="69241"/>
                  <a:pt x="5451500" y="154653"/>
                </a:cubicBezTo>
                <a:lnTo>
                  <a:pt x="5451500" y="2963983"/>
                </a:lnTo>
                <a:cubicBezTo>
                  <a:pt x="5451500" y="3028042"/>
                  <a:pt x="5412552" y="3083005"/>
                  <a:pt x="5357045" y="3106483"/>
                </a:cubicBezTo>
                <a:lnTo>
                  <a:pt x="5296852" y="3118635"/>
                </a:lnTo>
                <a:lnTo>
                  <a:pt x="0" y="3118635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F67E1C48-3607-39FF-7AD2-A0561F73A5B2}"/>
              </a:ext>
            </a:extLst>
          </p:cNvPr>
          <p:cNvSpPr/>
          <p:nvPr/>
        </p:nvSpPr>
        <p:spPr>
          <a:xfrm>
            <a:off x="3197265" y="2468583"/>
            <a:ext cx="125643" cy="125643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A5DB4144-AFAA-4ADA-E9F5-756BB4312DB7}"/>
              </a:ext>
            </a:extLst>
          </p:cNvPr>
          <p:cNvSpPr/>
          <p:nvPr/>
        </p:nvSpPr>
        <p:spPr>
          <a:xfrm>
            <a:off x="3197265" y="2970799"/>
            <a:ext cx="125643" cy="12564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D4C08EC9-5D28-33A3-4A93-4E7F49D9927F}"/>
              </a:ext>
            </a:extLst>
          </p:cNvPr>
          <p:cNvSpPr/>
          <p:nvPr/>
        </p:nvSpPr>
        <p:spPr>
          <a:xfrm>
            <a:off x="3197265" y="3473015"/>
            <a:ext cx="125643" cy="12564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36162330-26D7-F551-EF56-D7D642AF351A}"/>
              </a:ext>
            </a:extLst>
          </p:cNvPr>
          <p:cNvSpPr/>
          <p:nvPr/>
        </p:nvSpPr>
        <p:spPr>
          <a:xfrm>
            <a:off x="4571999" y="2872370"/>
            <a:ext cx="3378200" cy="97629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54BA1A6E-95C1-2A6D-EF10-6B359E230CEC}"/>
              </a:ext>
            </a:extLst>
          </p:cNvPr>
          <p:cNvSpPr/>
          <p:nvPr/>
        </p:nvSpPr>
        <p:spPr>
          <a:xfrm>
            <a:off x="5994399" y="3370058"/>
            <a:ext cx="533400" cy="22860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BDA6280D-C741-CACE-A175-182D9B0774B3}"/>
              </a:ext>
            </a:extLst>
          </p:cNvPr>
          <p:cNvSpPr/>
          <p:nvPr/>
        </p:nvSpPr>
        <p:spPr>
          <a:xfrm>
            <a:off x="7550149" y="3954022"/>
            <a:ext cx="400049" cy="17145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09B3FAB0-17CD-BBE1-6320-AB77F388117D}"/>
              </a:ext>
            </a:extLst>
          </p:cNvPr>
          <p:cNvSpPr/>
          <p:nvPr/>
        </p:nvSpPr>
        <p:spPr>
          <a:xfrm>
            <a:off x="4571588" y="2035504"/>
            <a:ext cx="1627200" cy="1692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D1C17E79-C34F-884C-0CB2-B7DD23A3516B}"/>
              </a:ext>
            </a:extLst>
          </p:cNvPr>
          <p:cNvSpPr/>
          <p:nvPr/>
        </p:nvSpPr>
        <p:spPr>
          <a:xfrm>
            <a:off x="5683299" y="3047246"/>
            <a:ext cx="1155600" cy="1764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F9B7A71A-9465-4C8A-6E1B-84E6D7C97738}"/>
              </a:ext>
            </a:extLst>
          </p:cNvPr>
          <p:cNvSpPr/>
          <p:nvPr/>
        </p:nvSpPr>
        <p:spPr>
          <a:xfrm>
            <a:off x="4571588" y="2375559"/>
            <a:ext cx="3200400" cy="864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AAC8A942-B11B-63E5-07B1-87AB7F7BED2A}"/>
              </a:ext>
            </a:extLst>
          </p:cNvPr>
          <p:cNvSpPr/>
          <p:nvPr/>
        </p:nvSpPr>
        <p:spPr>
          <a:xfrm>
            <a:off x="4571588" y="2546895"/>
            <a:ext cx="1951200" cy="864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5797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10CB9-3DD5-7495-05FB-0659341BD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圓角 3">
            <a:extLst>
              <a:ext uri="{FF2B5EF4-FFF2-40B4-BE49-F238E27FC236}">
                <a16:creationId xmlns:a16="http://schemas.microsoft.com/office/drawing/2014/main" id="{2B91B791-43A0-6867-C374-62917D970205}"/>
              </a:ext>
            </a:extLst>
          </p:cNvPr>
          <p:cNvSpPr/>
          <p:nvPr/>
        </p:nvSpPr>
        <p:spPr>
          <a:xfrm>
            <a:off x="2868843" y="1474304"/>
            <a:ext cx="6219316" cy="3118636"/>
          </a:xfrm>
          <a:prstGeom prst="roundRect">
            <a:avLst>
              <a:gd name="adj" fmla="val 4959"/>
            </a:avLst>
          </a:prstGeom>
          <a:solidFill>
            <a:srgbClr val="1E20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手繪多邊形: 圖案 4">
            <a:extLst>
              <a:ext uri="{FF2B5EF4-FFF2-40B4-BE49-F238E27FC236}">
                <a16:creationId xmlns:a16="http://schemas.microsoft.com/office/drawing/2014/main" id="{377C1B5E-D689-DA74-11A9-7C5602039FFF}"/>
              </a:ext>
            </a:extLst>
          </p:cNvPr>
          <p:cNvSpPr/>
          <p:nvPr/>
        </p:nvSpPr>
        <p:spPr>
          <a:xfrm>
            <a:off x="3636659" y="1478185"/>
            <a:ext cx="5451500" cy="3114756"/>
          </a:xfrm>
          <a:custGeom>
            <a:avLst/>
            <a:gdLst>
              <a:gd name="csX0" fmla="*/ 3394908 w 5451500"/>
              <a:gd name="csY0" fmla="*/ 0 h 3114756"/>
              <a:gd name="csX1" fmla="*/ 5296847 w 5451500"/>
              <a:gd name="csY1" fmla="*/ 0 h 3114756"/>
              <a:gd name="csX2" fmla="*/ 5451500 w 5451500"/>
              <a:gd name="csY2" fmla="*/ 154461 h 3114756"/>
              <a:gd name="csX3" fmla="*/ 5451500 w 5451500"/>
              <a:gd name="csY3" fmla="*/ 2960296 h 3114756"/>
              <a:gd name="csX4" fmla="*/ 5357045 w 5451500"/>
              <a:gd name="csY4" fmla="*/ 3102619 h 3114756"/>
              <a:gd name="csX5" fmla="*/ 5296852 w 5451500"/>
              <a:gd name="csY5" fmla="*/ 3114756 h 3114756"/>
              <a:gd name="csX6" fmla="*/ 0 w 5451500"/>
              <a:gd name="csY6" fmla="*/ 3114756 h 3114756"/>
              <a:gd name="csX7" fmla="*/ 0 w 5451500"/>
              <a:gd name="csY7" fmla="*/ 3106994 h 3114756"/>
              <a:gd name="csX8" fmla="*/ 3394908 w 5451500"/>
              <a:gd name="csY8" fmla="*/ 3106994 h 3114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451500" h="3114756">
                <a:moveTo>
                  <a:pt x="3394908" y="0"/>
                </a:moveTo>
                <a:lnTo>
                  <a:pt x="5296847" y="0"/>
                </a:lnTo>
                <a:cubicBezTo>
                  <a:pt x="5382259" y="0"/>
                  <a:pt x="5451500" y="69155"/>
                  <a:pt x="5451500" y="154461"/>
                </a:cubicBezTo>
                <a:lnTo>
                  <a:pt x="5451500" y="2960296"/>
                </a:lnTo>
                <a:cubicBezTo>
                  <a:pt x="5451500" y="3024276"/>
                  <a:pt x="5412552" y="3079170"/>
                  <a:pt x="5357045" y="3102619"/>
                </a:cubicBezTo>
                <a:lnTo>
                  <a:pt x="5296852" y="3114756"/>
                </a:lnTo>
                <a:lnTo>
                  <a:pt x="0" y="3114756"/>
                </a:lnTo>
                <a:lnTo>
                  <a:pt x="0" y="3106994"/>
                </a:lnTo>
                <a:lnTo>
                  <a:pt x="3394908" y="3106994"/>
                </a:lnTo>
                <a:close/>
              </a:path>
            </a:pathLst>
          </a:custGeom>
          <a:solidFill>
            <a:srgbClr val="2125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9C53454E-E288-0E89-A2D7-CF677B2E22E5}"/>
              </a:ext>
            </a:extLst>
          </p:cNvPr>
          <p:cNvSpPr/>
          <p:nvPr/>
        </p:nvSpPr>
        <p:spPr>
          <a:xfrm>
            <a:off x="3197265" y="2468583"/>
            <a:ext cx="125643" cy="125643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D4185674-C22E-FB2C-5A3F-CC1411E8E556}"/>
              </a:ext>
            </a:extLst>
          </p:cNvPr>
          <p:cNvSpPr/>
          <p:nvPr/>
        </p:nvSpPr>
        <p:spPr>
          <a:xfrm>
            <a:off x="3197265" y="2970799"/>
            <a:ext cx="125643" cy="12564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E9A6C0D1-6271-08BA-E673-97B5774EC2A7}"/>
              </a:ext>
            </a:extLst>
          </p:cNvPr>
          <p:cNvSpPr/>
          <p:nvPr/>
        </p:nvSpPr>
        <p:spPr>
          <a:xfrm>
            <a:off x="3197265" y="3473015"/>
            <a:ext cx="125643" cy="12564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C409B5A-DFD5-1189-1157-D51D0A1A839D}"/>
              </a:ext>
            </a:extLst>
          </p:cNvPr>
          <p:cNvSpPr/>
          <p:nvPr/>
        </p:nvSpPr>
        <p:spPr>
          <a:xfrm>
            <a:off x="3636659" y="1478184"/>
            <a:ext cx="3394908" cy="3114756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03B1012B-35DF-3071-EA57-F1F2602FE13A}"/>
              </a:ext>
            </a:extLst>
          </p:cNvPr>
          <p:cNvSpPr/>
          <p:nvPr/>
        </p:nvSpPr>
        <p:spPr>
          <a:xfrm>
            <a:off x="5273535" y="2186363"/>
            <a:ext cx="1571627" cy="516392"/>
          </a:xfrm>
          <a:prstGeom prst="roundRect">
            <a:avLst>
              <a:gd name="adj" fmla="val 9711"/>
            </a:avLst>
          </a:prstGeom>
          <a:solidFill>
            <a:srgbClr val="7579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2AEBD907-166A-9F60-FF39-10E1CB6C46DF}"/>
              </a:ext>
            </a:extLst>
          </p:cNvPr>
          <p:cNvSpPr/>
          <p:nvPr/>
        </p:nvSpPr>
        <p:spPr>
          <a:xfrm>
            <a:off x="3815575" y="2861247"/>
            <a:ext cx="2219465" cy="713222"/>
          </a:xfrm>
          <a:prstGeom prst="roundRect">
            <a:avLst>
              <a:gd name="adj" fmla="val 9711"/>
            </a:avLst>
          </a:prstGeom>
          <a:solidFill>
            <a:srgbClr val="3947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47EF065D-0EDD-7589-3110-27E68527C9B9}"/>
              </a:ext>
            </a:extLst>
          </p:cNvPr>
          <p:cNvSpPr/>
          <p:nvPr/>
        </p:nvSpPr>
        <p:spPr>
          <a:xfrm>
            <a:off x="5704840" y="3741785"/>
            <a:ext cx="1140322" cy="381925"/>
          </a:xfrm>
          <a:prstGeom prst="roundRect">
            <a:avLst>
              <a:gd name="adj" fmla="val 9711"/>
            </a:avLst>
          </a:prstGeom>
          <a:solidFill>
            <a:srgbClr val="7579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11172A6-FA56-CA48-75AA-1CC69943F23D}"/>
              </a:ext>
            </a:extLst>
          </p:cNvPr>
          <p:cNvSpPr/>
          <p:nvPr/>
        </p:nvSpPr>
        <p:spPr>
          <a:xfrm>
            <a:off x="3636658" y="4287519"/>
            <a:ext cx="3394907" cy="30542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5205C86B-CCE5-2357-0DED-908505990600}"/>
              </a:ext>
            </a:extLst>
          </p:cNvPr>
          <p:cNvSpPr/>
          <p:nvPr/>
        </p:nvSpPr>
        <p:spPr>
          <a:xfrm>
            <a:off x="3870960" y="1637515"/>
            <a:ext cx="1627200" cy="2016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04C45605-678C-8EA8-5BFA-A12F989AC884}"/>
              </a:ext>
            </a:extLst>
          </p:cNvPr>
          <p:cNvSpPr/>
          <p:nvPr/>
        </p:nvSpPr>
        <p:spPr>
          <a:xfrm>
            <a:off x="7265868" y="1637515"/>
            <a:ext cx="611717" cy="2016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4A313B72-06A8-47D6-DF54-11AF4D90338F}"/>
              </a:ext>
            </a:extLst>
          </p:cNvPr>
          <p:cNvSpPr/>
          <p:nvPr/>
        </p:nvSpPr>
        <p:spPr>
          <a:xfrm>
            <a:off x="5482942" y="2328747"/>
            <a:ext cx="1152812" cy="5170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D799F886-B4F9-20AE-CCC5-515527F1B017}"/>
              </a:ext>
            </a:extLst>
          </p:cNvPr>
          <p:cNvSpPr/>
          <p:nvPr/>
        </p:nvSpPr>
        <p:spPr>
          <a:xfrm>
            <a:off x="5482942" y="2487239"/>
            <a:ext cx="720000" cy="5170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15BD96BB-8FC8-BF1F-116F-78D2B54A3455}"/>
              </a:ext>
            </a:extLst>
          </p:cNvPr>
          <p:cNvSpPr/>
          <p:nvPr/>
        </p:nvSpPr>
        <p:spPr>
          <a:xfrm>
            <a:off x="5809501" y="3904687"/>
            <a:ext cx="900000" cy="5170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4DDB0756-3774-CDFD-F740-FDF6EC0DB9C0}"/>
              </a:ext>
            </a:extLst>
          </p:cNvPr>
          <p:cNvSpPr/>
          <p:nvPr/>
        </p:nvSpPr>
        <p:spPr>
          <a:xfrm>
            <a:off x="4009742" y="3047286"/>
            <a:ext cx="1800000" cy="5170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B787F2B7-3DC6-D284-740A-D9EFB99F67F4}"/>
              </a:ext>
            </a:extLst>
          </p:cNvPr>
          <p:cNvSpPr/>
          <p:nvPr/>
        </p:nvSpPr>
        <p:spPr>
          <a:xfrm>
            <a:off x="4009742" y="3205778"/>
            <a:ext cx="720000" cy="5170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矩形: 圓角 34">
            <a:extLst>
              <a:ext uri="{FF2B5EF4-FFF2-40B4-BE49-F238E27FC236}">
                <a16:creationId xmlns:a16="http://schemas.microsoft.com/office/drawing/2014/main" id="{8708C74D-DD99-2EC3-E51A-709A1E8BD036}"/>
              </a:ext>
            </a:extLst>
          </p:cNvPr>
          <p:cNvSpPr/>
          <p:nvPr/>
        </p:nvSpPr>
        <p:spPr>
          <a:xfrm>
            <a:off x="4009742" y="3364270"/>
            <a:ext cx="1152812" cy="5170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矩形: 圓角 35">
            <a:extLst>
              <a:ext uri="{FF2B5EF4-FFF2-40B4-BE49-F238E27FC236}">
                <a16:creationId xmlns:a16="http://schemas.microsoft.com/office/drawing/2014/main" id="{9ECED87C-B8C2-601D-EC2E-3B67D285EB0E}"/>
              </a:ext>
            </a:extLst>
          </p:cNvPr>
          <p:cNvSpPr/>
          <p:nvPr/>
        </p:nvSpPr>
        <p:spPr>
          <a:xfrm>
            <a:off x="7265868" y="2109631"/>
            <a:ext cx="519539" cy="15346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矩形: 圓角 36">
            <a:extLst>
              <a:ext uri="{FF2B5EF4-FFF2-40B4-BE49-F238E27FC236}">
                <a16:creationId xmlns:a16="http://schemas.microsoft.com/office/drawing/2014/main" id="{4A565FD6-E4A9-3D35-BA6E-D6152FCF0D1D}"/>
              </a:ext>
            </a:extLst>
          </p:cNvPr>
          <p:cNvSpPr/>
          <p:nvPr/>
        </p:nvSpPr>
        <p:spPr>
          <a:xfrm>
            <a:off x="7240974" y="2405173"/>
            <a:ext cx="1620000" cy="5170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矩形: 圓角 44">
            <a:extLst>
              <a:ext uri="{FF2B5EF4-FFF2-40B4-BE49-F238E27FC236}">
                <a16:creationId xmlns:a16="http://schemas.microsoft.com/office/drawing/2014/main" id="{C6CC7C49-3BE8-C129-7510-4286DB7B71B7}"/>
              </a:ext>
            </a:extLst>
          </p:cNvPr>
          <p:cNvSpPr/>
          <p:nvPr/>
        </p:nvSpPr>
        <p:spPr>
          <a:xfrm>
            <a:off x="7240974" y="2645284"/>
            <a:ext cx="900000" cy="5170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矩形: 圓角 45">
            <a:extLst>
              <a:ext uri="{FF2B5EF4-FFF2-40B4-BE49-F238E27FC236}">
                <a16:creationId xmlns:a16="http://schemas.microsoft.com/office/drawing/2014/main" id="{0B6B4024-7AC1-02D1-35E2-84D6E6CD5CBD}"/>
              </a:ext>
            </a:extLst>
          </p:cNvPr>
          <p:cNvSpPr/>
          <p:nvPr/>
        </p:nvSpPr>
        <p:spPr>
          <a:xfrm>
            <a:off x="7240974" y="2880649"/>
            <a:ext cx="1440000" cy="5170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矩形: 圓角 46">
            <a:extLst>
              <a:ext uri="{FF2B5EF4-FFF2-40B4-BE49-F238E27FC236}">
                <a16:creationId xmlns:a16="http://schemas.microsoft.com/office/drawing/2014/main" id="{219FB08C-EA8E-D5CA-5DA9-25D3E626C587}"/>
              </a:ext>
            </a:extLst>
          </p:cNvPr>
          <p:cNvSpPr/>
          <p:nvPr/>
        </p:nvSpPr>
        <p:spPr>
          <a:xfrm>
            <a:off x="7240974" y="3120760"/>
            <a:ext cx="1152812" cy="5170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: 圓角 50">
            <a:extLst>
              <a:ext uri="{FF2B5EF4-FFF2-40B4-BE49-F238E27FC236}">
                <a16:creationId xmlns:a16="http://schemas.microsoft.com/office/drawing/2014/main" id="{45CEB94A-B720-54FF-75EE-C6D44FDE4761}"/>
              </a:ext>
            </a:extLst>
          </p:cNvPr>
          <p:cNvSpPr/>
          <p:nvPr/>
        </p:nvSpPr>
        <p:spPr>
          <a:xfrm>
            <a:off x="7265868" y="3423017"/>
            <a:ext cx="519539" cy="15346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矩形: 圓角 51">
            <a:extLst>
              <a:ext uri="{FF2B5EF4-FFF2-40B4-BE49-F238E27FC236}">
                <a16:creationId xmlns:a16="http://schemas.microsoft.com/office/drawing/2014/main" id="{C29EE0E5-DB53-B034-74A3-1D555CE9FD82}"/>
              </a:ext>
            </a:extLst>
          </p:cNvPr>
          <p:cNvSpPr/>
          <p:nvPr/>
        </p:nvSpPr>
        <p:spPr>
          <a:xfrm>
            <a:off x="7240974" y="3714797"/>
            <a:ext cx="1152812" cy="5170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矩形: 圓角 52">
            <a:extLst>
              <a:ext uri="{FF2B5EF4-FFF2-40B4-BE49-F238E27FC236}">
                <a16:creationId xmlns:a16="http://schemas.microsoft.com/office/drawing/2014/main" id="{4D6B8739-F646-6EDA-BB2F-7E141751EA7D}"/>
              </a:ext>
            </a:extLst>
          </p:cNvPr>
          <p:cNvSpPr/>
          <p:nvPr/>
        </p:nvSpPr>
        <p:spPr>
          <a:xfrm>
            <a:off x="7240974" y="3914557"/>
            <a:ext cx="1512000" cy="5170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4" name="矩形: 圓角 53">
            <a:extLst>
              <a:ext uri="{FF2B5EF4-FFF2-40B4-BE49-F238E27FC236}">
                <a16:creationId xmlns:a16="http://schemas.microsoft.com/office/drawing/2014/main" id="{C23C5C37-CF25-BD86-B59F-1B8B7ABED232}"/>
              </a:ext>
            </a:extLst>
          </p:cNvPr>
          <p:cNvSpPr/>
          <p:nvPr/>
        </p:nvSpPr>
        <p:spPr>
          <a:xfrm>
            <a:off x="7240974" y="4114317"/>
            <a:ext cx="720000" cy="5170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3170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C2E86-9301-8890-A30F-BAF42FF2A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圓角 3">
            <a:extLst>
              <a:ext uri="{FF2B5EF4-FFF2-40B4-BE49-F238E27FC236}">
                <a16:creationId xmlns:a16="http://schemas.microsoft.com/office/drawing/2014/main" id="{1518E8BD-C460-1A44-00A7-2F81A2F2C0A9}"/>
              </a:ext>
            </a:extLst>
          </p:cNvPr>
          <p:cNvSpPr/>
          <p:nvPr/>
        </p:nvSpPr>
        <p:spPr>
          <a:xfrm>
            <a:off x="2868843" y="1474304"/>
            <a:ext cx="6219316" cy="3118636"/>
          </a:xfrm>
          <a:prstGeom prst="roundRect">
            <a:avLst>
              <a:gd name="adj" fmla="val 4959"/>
            </a:avLst>
          </a:prstGeom>
          <a:solidFill>
            <a:srgbClr val="1E20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手繪多邊形: 圖案 4">
            <a:extLst>
              <a:ext uri="{FF2B5EF4-FFF2-40B4-BE49-F238E27FC236}">
                <a16:creationId xmlns:a16="http://schemas.microsoft.com/office/drawing/2014/main" id="{BBB4A335-DBEB-5C14-1DCD-87A0D4AA296C}"/>
              </a:ext>
            </a:extLst>
          </p:cNvPr>
          <p:cNvSpPr/>
          <p:nvPr/>
        </p:nvSpPr>
        <p:spPr>
          <a:xfrm>
            <a:off x="3636659" y="1478185"/>
            <a:ext cx="5451500" cy="3114756"/>
          </a:xfrm>
          <a:custGeom>
            <a:avLst/>
            <a:gdLst>
              <a:gd name="csX0" fmla="*/ 3394908 w 5451500"/>
              <a:gd name="csY0" fmla="*/ 0 h 3114756"/>
              <a:gd name="csX1" fmla="*/ 5296847 w 5451500"/>
              <a:gd name="csY1" fmla="*/ 0 h 3114756"/>
              <a:gd name="csX2" fmla="*/ 5451500 w 5451500"/>
              <a:gd name="csY2" fmla="*/ 154461 h 3114756"/>
              <a:gd name="csX3" fmla="*/ 5451500 w 5451500"/>
              <a:gd name="csY3" fmla="*/ 2960296 h 3114756"/>
              <a:gd name="csX4" fmla="*/ 5357045 w 5451500"/>
              <a:gd name="csY4" fmla="*/ 3102619 h 3114756"/>
              <a:gd name="csX5" fmla="*/ 5296852 w 5451500"/>
              <a:gd name="csY5" fmla="*/ 3114756 h 3114756"/>
              <a:gd name="csX6" fmla="*/ 0 w 5451500"/>
              <a:gd name="csY6" fmla="*/ 3114756 h 3114756"/>
              <a:gd name="csX7" fmla="*/ 0 w 5451500"/>
              <a:gd name="csY7" fmla="*/ 3106994 h 3114756"/>
              <a:gd name="csX8" fmla="*/ 3394908 w 5451500"/>
              <a:gd name="csY8" fmla="*/ 3106994 h 3114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451500" h="3114756">
                <a:moveTo>
                  <a:pt x="3394908" y="0"/>
                </a:moveTo>
                <a:lnTo>
                  <a:pt x="5296847" y="0"/>
                </a:lnTo>
                <a:cubicBezTo>
                  <a:pt x="5382259" y="0"/>
                  <a:pt x="5451500" y="69155"/>
                  <a:pt x="5451500" y="154461"/>
                </a:cubicBezTo>
                <a:lnTo>
                  <a:pt x="5451500" y="2960296"/>
                </a:lnTo>
                <a:cubicBezTo>
                  <a:pt x="5451500" y="3024276"/>
                  <a:pt x="5412552" y="3079170"/>
                  <a:pt x="5357045" y="3102619"/>
                </a:cubicBezTo>
                <a:lnTo>
                  <a:pt x="5296852" y="3114756"/>
                </a:lnTo>
                <a:lnTo>
                  <a:pt x="0" y="3114756"/>
                </a:lnTo>
                <a:lnTo>
                  <a:pt x="0" y="3106994"/>
                </a:lnTo>
                <a:lnTo>
                  <a:pt x="3394908" y="3106994"/>
                </a:lnTo>
                <a:close/>
              </a:path>
            </a:pathLst>
          </a:custGeom>
          <a:solidFill>
            <a:srgbClr val="2125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3909779F-7186-8407-E06B-5EF99D6F3A84}"/>
              </a:ext>
            </a:extLst>
          </p:cNvPr>
          <p:cNvSpPr/>
          <p:nvPr/>
        </p:nvSpPr>
        <p:spPr>
          <a:xfrm>
            <a:off x="3197265" y="2468583"/>
            <a:ext cx="125643" cy="125643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DDC5B6CF-351F-BBFB-84B2-88B0BD29F914}"/>
              </a:ext>
            </a:extLst>
          </p:cNvPr>
          <p:cNvSpPr/>
          <p:nvPr/>
        </p:nvSpPr>
        <p:spPr>
          <a:xfrm>
            <a:off x="3197265" y="2970799"/>
            <a:ext cx="125643" cy="12564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EC7A8DFE-EBE3-32F5-D038-8B6D681A7F59}"/>
              </a:ext>
            </a:extLst>
          </p:cNvPr>
          <p:cNvSpPr/>
          <p:nvPr/>
        </p:nvSpPr>
        <p:spPr>
          <a:xfrm>
            <a:off x="3197265" y="3473015"/>
            <a:ext cx="125643" cy="12564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60D1F2F-906E-95DB-526A-DA1419C23A5C}"/>
              </a:ext>
            </a:extLst>
          </p:cNvPr>
          <p:cNvSpPr/>
          <p:nvPr/>
        </p:nvSpPr>
        <p:spPr>
          <a:xfrm>
            <a:off x="3636659" y="1478184"/>
            <a:ext cx="3394908" cy="3114756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A85EBFC1-B6BC-E246-871F-56022BC56D50}"/>
              </a:ext>
            </a:extLst>
          </p:cNvPr>
          <p:cNvSpPr/>
          <p:nvPr/>
        </p:nvSpPr>
        <p:spPr>
          <a:xfrm>
            <a:off x="5273535" y="2186363"/>
            <a:ext cx="1571627" cy="516392"/>
          </a:xfrm>
          <a:prstGeom prst="roundRect">
            <a:avLst>
              <a:gd name="adj" fmla="val 9711"/>
            </a:avLst>
          </a:prstGeom>
          <a:solidFill>
            <a:srgbClr val="7579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605D7500-4BAC-2142-C559-46D5540BBD4E}"/>
              </a:ext>
            </a:extLst>
          </p:cNvPr>
          <p:cNvSpPr/>
          <p:nvPr/>
        </p:nvSpPr>
        <p:spPr>
          <a:xfrm>
            <a:off x="3815575" y="2861247"/>
            <a:ext cx="2219465" cy="713222"/>
          </a:xfrm>
          <a:prstGeom prst="roundRect">
            <a:avLst>
              <a:gd name="adj" fmla="val 9711"/>
            </a:avLst>
          </a:prstGeom>
          <a:solidFill>
            <a:srgbClr val="3947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00B36DC6-3E89-8C86-EE5B-3181ECB7D8A2}"/>
              </a:ext>
            </a:extLst>
          </p:cNvPr>
          <p:cNvSpPr/>
          <p:nvPr/>
        </p:nvSpPr>
        <p:spPr>
          <a:xfrm>
            <a:off x="5704840" y="3741785"/>
            <a:ext cx="1140322" cy="381925"/>
          </a:xfrm>
          <a:prstGeom prst="roundRect">
            <a:avLst>
              <a:gd name="adj" fmla="val 9711"/>
            </a:avLst>
          </a:prstGeom>
          <a:solidFill>
            <a:srgbClr val="7579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1C06BDB-D99C-509A-40A5-5C86BACF5DC4}"/>
              </a:ext>
            </a:extLst>
          </p:cNvPr>
          <p:cNvSpPr/>
          <p:nvPr/>
        </p:nvSpPr>
        <p:spPr>
          <a:xfrm>
            <a:off x="3636658" y="4287519"/>
            <a:ext cx="3394907" cy="30542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9D1E40D4-03AB-38AA-DFE9-1264B485837D}"/>
              </a:ext>
            </a:extLst>
          </p:cNvPr>
          <p:cNvSpPr/>
          <p:nvPr/>
        </p:nvSpPr>
        <p:spPr>
          <a:xfrm>
            <a:off x="3870960" y="1637515"/>
            <a:ext cx="1627200" cy="2016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3513C4F3-1110-3C16-547F-841495676F75}"/>
              </a:ext>
            </a:extLst>
          </p:cNvPr>
          <p:cNvSpPr/>
          <p:nvPr/>
        </p:nvSpPr>
        <p:spPr>
          <a:xfrm>
            <a:off x="7265868" y="1637515"/>
            <a:ext cx="611717" cy="2016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D25C2E8D-69F1-C48C-68C5-DC54AF915B7D}"/>
              </a:ext>
            </a:extLst>
          </p:cNvPr>
          <p:cNvSpPr/>
          <p:nvPr/>
        </p:nvSpPr>
        <p:spPr>
          <a:xfrm>
            <a:off x="5482942" y="2328747"/>
            <a:ext cx="1152812" cy="5170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C56A91F0-BD53-FB30-B848-9FB556B137A2}"/>
              </a:ext>
            </a:extLst>
          </p:cNvPr>
          <p:cNvSpPr/>
          <p:nvPr/>
        </p:nvSpPr>
        <p:spPr>
          <a:xfrm>
            <a:off x="5482942" y="2487239"/>
            <a:ext cx="720000" cy="5170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FAFD0A64-BCC6-79AA-B7DA-CCD0DE595AE2}"/>
              </a:ext>
            </a:extLst>
          </p:cNvPr>
          <p:cNvSpPr/>
          <p:nvPr/>
        </p:nvSpPr>
        <p:spPr>
          <a:xfrm>
            <a:off x="5809501" y="3904687"/>
            <a:ext cx="900000" cy="5170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75909A13-A005-5D43-183D-B8A282D6217E}"/>
              </a:ext>
            </a:extLst>
          </p:cNvPr>
          <p:cNvSpPr/>
          <p:nvPr/>
        </p:nvSpPr>
        <p:spPr>
          <a:xfrm>
            <a:off x="4009742" y="3047286"/>
            <a:ext cx="1800000" cy="5170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B78AF82A-8711-D1CC-8968-8C34138584E5}"/>
              </a:ext>
            </a:extLst>
          </p:cNvPr>
          <p:cNvSpPr/>
          <p:nvPr/>
        </p:nvSpPr>
        <p:spPr>
          <a:xfrm>
            <a:off x="4009742" y="3205778"/>
            <a:ext cx="720000" cy="5170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矩形: 圓角 34">
            <a:extLst>
              <a:ext uri="{FF2B5EF4-FFF2-40B4-BE49-F238E27FC236}">
                <a16:creationId xmlns:a16="http://schemas.microsoft.com/office/drawing/2014/main" id="{44001C80-4B08-6CCC-441A-BF06CC7DF970}"/>
              </a:ext>
            </a:extLst>
          </p:cNvPr>
          <p:cNvSpPr/>
          <p:nvPr/>
        </p:nvSpPr>
        <p:spPr>
          <a:xfrm>
            <a:off x="4009742" y="3364270"/>
            <a:ext cx="1152812" cy="5170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58266D9D-2448-D01A-E92A-7B8996CB019D}"/>
              </a:ext>
            </a:extLst>
          </p:cNvPr>
          <p:cNvSpPr/>
          <p:nvPr/>
        </p:nvSpPr>
        <p:spPr>
          <a:xfrm>
            <a:off x="7265868" y="1996484"/>
            <a:ext cx="1588572" cy="2428196"/>
          </a:xfrm>
          <a:prstGeom prst="roundRect">
            <a:avLst>
              <a:gd name="adj" fmla="val 2838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9431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0198D-EF56-1775-E459-5D39A3DC1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圓角 3">
            <a:extLst>
              <a:ext uri="{FF2B5EF4-FFF2-40B4-BE49-F238E27FC236}">
                <a16:creationId xmlns:a16="http://schemas.microsoft.com/office/drawing/2014/main" id="{94AA1A38-B4C9-AEDA-C1FD-103E6FAADC06}"/>
              </a:ext>
            </a:extLst>
          </p:cNvPr>
          <p:cNvSpPr/>
          <p:nvPr/>
        </p:nvSpPr>
        <p:spPr>
          <a:xfrm>
            <a:off x="2868843" y="1474304"/>
            <a:ext cx="6219316" cy="3118636"/>
          </a:xfrm>
          <a:prstGeom prst="roundRect">
            <a:avLst>
              <a:gd name="adj" fmla="val 4959"/>
            </a:avLst>
          </a:prstGeom>
          <a:solidFill>
            <a:srgbClr val="1E20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F8FAC952-98E0-664A-56ED-8F3373EA0EE9}"/>
              </a:ext>
            </a:extLst>
          </p:cNvPr>
          <p:cNvSpPr/>
          <p:nvPr/>
        </p:nvSpPr>
        <p:spPr>
          <a:xfrm>
            <a:off x="3429000" y="2387825"/>
            <a:ext cx="894080" cy="21336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EDC50E76-38B5-D35C-FDDC-2712E8F615CD}"/>
              </a:ext>
            </a:extLst>
          </p:cNvPr>
          <p:cNvSpPr/>
          <p:nvPr/>
        </p:nvSpPr>
        <p:spPr>
          <a:xfrm>
            <a:off x="3429000" y="2814545"/>
            <a:ext cx="894080" cy="21336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983D4A75-D818-9C43-EE0B-0BC0FA8332CF}"/>
              </a:ext>
            </a:extLst>
          </p:cNvPr>
          <p:cNvSpPr/>
          <p:nvPr/>
        </p:nvSpPr>
        <p:spPr>
          <a:xfrm>
            <a:off x="3429000" y="3241265"/>
            <a:ext cx="894080" cy="21336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0EDEF2BC-3D65-70EA-1D22-F46CAC0FD6F9}"/>
              </a:ext>
            </a:extLst>
          </p:cNvPr>
          <p:cNvSpPr/>
          <p:nvPr/>
        </p:nvSpPr>
        <p:spPr>
          <a:xfrm>
            <a:off x="4704080" y="2969570"/>
            <a:ext cx="3743960" cy="1351280"/>
          </a:xfrm>
          <a:prstGeom prst="roundRect">
            <a:avLst>
              <a:gd name="adj" fmla="val 4359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687F5B1B-CB19-B8E7-0C00-85728773EC03}"/>
              </a:ext>
            </a:extLst>
          </p:cNvPr>
          <p:cNvSpPr/>
          <p:nvPr/>
        </p:nvSpPr>
        <p:spPr>
          <a:xfrm>
            <a:off x="4704080" y="2391058"/>
            <a:ext cx="772160" cy="429953"/>
          </a:xfrm>
          <a:prstGeom prst="round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C4616E97-6C57-BF61-229E-E980DFEFC50E}"/>
              </a:ext>
            </a:extLst>
          </p:cNvPr>
          <p:cNvSpPr/>
          <p:nvPr/>
        </p:nvSpPr>
        <p:spPr>
          <a:xfrm>
            <a:off x="5709920" y="2391058"/>
            <a:ext cx="772160" cy="429953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7D69ECC2-8E37-E1E6-B7F3-569ADFAF6D94}"/>
              </a:ext>
            </a:extLst>
          </p:cNvPr>
          <p:cNvSpPr/>
          <p:nvPr/>
        </p:nvSpPr>
        <p:spPr>
          <a:xfrm>
            <a:off x="6692900" y="2387825"/>
            <a:ext cx="772160" cy="429953"/>
          </a:xfrm>
          <a:prstGeom prst="round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A74AD3FE-1808-68C4-6320-162188B5B1CB}"/>
              </a:ext>
            </a:extLst>
          </p:cNvPr>
          <p:cNvSpPr/>
          <p:nvPr/>
        </p:nvSpPr>
        <p:spPr>
          <a:xfrm>
            <a:off x="7675880" y="2387825"/>
            <a:ext cx="772160" cy="429953"/>
          </a:xfrm>
          <a:prstGeom prst="round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1659E8AE-02D1-5028-8511-165B55607A5B}"/>
              </a:ext>
            </a:extLst>
          </p:cNvPr>
          <p:cNvSpPr/>
          <p:nvPr/>
        </p:nvSpPr>
        <p:spPr>
          <a:xfrm>
            <a:off x="7746999" y="3132873"/>
            <a:ext cx="533400" cy="177057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矩形: 圓角 35">
            <a:extLst>
              <a:ext uri="{FF2B5EF4-FFF2-40B4-BE49-F238E27FC236}">
                <a16:creationId xmlns:a16="http://schemas.microsoft.com/office/drawing/2014/main" id="{4965F759-A7C9-A63F-CFF9-DE4E7B62BA88}"/>
              </a:ext>
            </a:extLst>
          </p:cNvPr>
          <p:cNvSpPr/>
          <p:nvPr/>
        </p:nvSpPr>
        <p:spPr>
          <a:xfrm>
            <a:off x="4777590" y="2536684"/>
            <a:ext cx="216000" cy="216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矩形: 圓角 36">
            <a:extLst>
              <a:ext uri="{FF2B5EF4-FFF2-40B4-BE49-F238E27FC236}">
                <a16:creationId xmlns:a16="http://schemas.microsoft.com/office/drawing/2014/main" id="{4E336C87-1664-43B1-0D04-831F5D9F0CF0}"/>
              </a:ext>
            </a:extLst>
          </p:cNvPr>
          <p:cNvSpPr/>
          <p:nvPr/>
        </p:nvSpPr>
        <p:spPr>
          <a:xfrm>
            <a:off x="5787240" y="2536684"/>
            <a:ext cx="216000" cy="216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矩形: 圓角 37">
            <a:extLst>
              <a:ext uri="{FF2B5EF4-FFF2-40B4-BE49-F238E27FC236}">
                <a16:creationId xmlns:a16="http://schemas.microsoft.com/office/drawing/2014/main" id="{1E45950E-0F1B-2041-9E3D-15FDC99CFFBF}"/>
              </a:ext>
            </a:extLst>
          </p:cNvPr>
          <p:cNvSpPr/>
          <p:nvPr/>
        </p:nvSpPr>
        <p:spPr>
          <a:xfrm>
            <a:off x="6771490" y="2536684"/>
            <a:ext cx="216000" cy="216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矩形: 圓角 38">
            <a:extLst>
              <a:ext uri="{FF2B5EF4-FFF2-40B4-BE49-F238E27FC236}">
                <a16:creationId xmlns:a16="http://schemas.microsoft.com/office/drawing/2014/main" id="{E113BED9-B00F-6FC4-9211-BA88B6C9DEA4}"/>
              </a:ext>
            </a:extLst>
          </p:cNvPr>
          <p:cNvSpPr/>
          <p:nvPr/>
        </p:nvSpPr>
        <p:spPr>
          <a:xfrm>
            <a:off x="7755789" y="2536684"/>
            <a:ext cx="216000" cy="21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: 圓角 39">
            <a:extLst>
              <a:ext uri="{FF2B5EF4-FFF2-40B4-BE49-F238E27FC236}">
                <a16:creationId xmlns:a16="http://schemas.microsoft.com/office/drawing/2014/main" id="{364640F5-62FD-3D27-8559-ACCF587016E7}"/>
              </a:ext>
            </a:extLst>
          </p:cNvPr>
          <p:cNvSpPr/>
          <p:nvPr/>
        </p:nvSpPr>
        <p:spPr>
          <a:xfrm>
            <a:off x="4885589" y="3557436"/>
            <a:ext cx="3394809" cy="17705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矩形: 圓角 40">
            <a:extLst>
              <a:ext uri="{FF2B5EF4-FFF2-40B4-BE49-F238E27FC236}">
                <a16:creationId xmlns:a16="http://schemas.microsoft.com/office/drawing/2014/main" id="{DC79D20E-5AB5-0D2E-5CBC-BB49470E0A4A}"/>
              </a:ext>
            </a:extLst>
          </p:cNvPr>
          <p:cNvSpPr/>
          <p:nvPr/>
        </p:nvSpPr>
        <p:spPr>
          <a:xfrm>
            <a:off x="4885589" y="3931497"/>
            <a:ext cx="3394809" cy="17705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矩形: 圓角 41">
            <a:extLst>
              <a:ext uri="{FF2B5EF4-FFF2-40B4-BE49-F238E27FC236}">
                <a16:creationId xmlns:a16="http://schemas.microsoft.com/office/drawing/2014/main" id="{19AE248A-F212-FAA9-74E4-D8C5A2CD3D43}"/>
              </a:ext>
            </a:extLst>
          </p:cNvPr>
          <p:cNvSpPr/>
          <p:nvPr/>
        </p:nvSpPr>
        <p:spPr>
          <a:xfrm>
            <a:off x="3429000" y="1779664"/>
            <a:ext cx="1026160" cy="27003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F8BA16DC-D8A7-1D08-DD57-3782B529E4DE}"/>
              </a:ext>
            </a:extLst>
          </p:cNvPr>
          <p:cNvSpPr/>
          <p:nvPr/>
        </p:nvSpPr>
        <p:spPr>
          <a:xfrm>
            <a:off x="7494999" y="1772095"/>
            <a:ext cx="252000" cy="2520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矩形: 圓角 43">
            <a:extLst>
              <a:ext uri="{FF2B5EF4-FFF2-40B4-BE49-F238E27FC236}">
                <a16:creationId xmlns:a16="http://schemas.microsoft.com/office/drawing/2014/main" id="{4CE18ACF-F1FC-DE08-68D2-18EB6C919596}"/>
              </a:ext>
            </a:extLst>
          </p:cNvPr>
          <p:cNvSpPr/>
          <p:nvPr/>
        </p:nvSpPr>
        <p:spPr>
          <a:xfrm>
            <a:off x="7851625" y="1791415"/>
            <a:ext cx="576730" cy="21336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1605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2D3D2-A8B7-7F63-89BB-1B6C82121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71E2138E-363C-7864-EABF-EE07D01261DC}"/>
              </a:ext>
            </a:extLst>
          </p:cNvPr>
          <p:cNvGrpSpPr/>
          <p:nvPr/>
        </p:nvGrpSpPr>
        <p:grpSpPr>
          <a:xfrm>
            <a:off x="2868843" y="1474304"/>
            <a:ext cx="6219316" cy="3118637"/>
            <a:chOff x="2868843" y="1474304"/>
            <a:chExt cx="6219316" cy="3118637"/>
          </a:xfrm>
        </p:grpSpPr>
        <p:sp>
          <p:nvSpPr>
            <p:cNvPr id="4" name="矩形: 圓角 3">
              <a:extLst>
                <a:ext uri="{FF2B5EF4-FFF2-40B4-BE49-F238E27FC236}">
                  <a16:creationId xmlns:a16="http://schemas.microsoft.com/office/drawing/2014/main" id="{A87A44AF-ADB5-4A2E-D0F5-7FC451AD09DD}"/>
                </a:ext>
              </a:extLst>
            </p:cNvPr>
            <p:cNvSpPr/>
            <p:nvPr/>
          </p:nvSpPr>
          <p:spPr>
            <a:xfrm>
              <a:off x="2868843" y="1474304"/>
              <a:ext cx="6219316" cy="3118636"/>
            </a:xfrm>
            <a:prstGeom prst="roundRect">
              <a:avLst>
                <a:gd name="adj" fmla="val 4959"/>
              </a:avLst>
            </a:prstGeom>
            <a:solidFill>
              <a:srgbClr val="1E202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手繪多邊形: 圖案 10">
              <a:extLst>
                <a:ext uri="{FF2B5EF4-FFF2-40B4-BE49-F238E27FC236}">
                  <a16:creationId xmlns:a16="http://schemas.microsoft.com/office/drawing/2014/main" id="{EAB78FB4-6D7E-382E-2368-3857539F51E7}"/>
                </a:ext>
              </a:extLst>
            </p:cNvPr>
            <p:cNvSpPr/>
            <p:nvPr/>
          </p:nvSpPr>
          <p:spPr>
            <a:xfrm>
              <a:off x="3636659" y="1478185"/>
              <a:ext cx="5451500" cy="3114756"/>
            </a:xfrm>
            <a:custGeom>
              <a:avLst/>
              <a:gdLst>
                <a:gd name="csX0" fmla="*/ 0 w 5451500"/>
                <a:gd name="csY0" fmla="*/ 0 h 3118635"/>
                <a:gd name="csX1" fmla="*/ 5296847 w 5451500"/>
                <a:gd name="csY1" fmla="*/ 0 h 3118635"/>
                <a:gd name="csX2" fmla="*/ 5451500 w 5451500"/>
                <a:gd name="csY2" fmla="*/ 154653 h 3118635"/>
                <a:gd name="csX3" fmla="*/ 5451500 w 5451500"/>
                <a:gd name="csY3" fmla="*/ 2963983 h 3118635"/>
                <a:gd name="csX4" fmla="*/ 5357045 w 5451500"/>
                <a:gd name="csY4" fmla="*/ 3106483 h 3118635"/>
                <a:gd name="csX5" fmla="*/ 5296852 w 5451500"/>
                <a:gd name="csY5" fmla="*/ 3118635 h 3118635"/>
                <a:gd name="csX6" fmla="*/ 0 w 5451500"/>
                <a:gd name="csY6" fmla="*/ 3118635 h 31186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451500" h="3118635">
                  <a:moveTo>
                    <a:pt x="0" y="0"/>
                  </a:moveTo>
                  <a:lnTo>
                    <a:pt x="5296847" y="0"/>
                  </a:lnTo>
                  <a:cubicBezTo>
                    <a:pt x="5382259" y="0"/>
                    <a:pt x="5451500" y="69241"/>
                    <a:pt x="5451500" y="154653"/>
                  </a:cubicBezTo>
                  <a:lnTo>
                    <a:pt x="5451500" y="2963983"/>
                  </a:lnTo>
                  <a:cubicBezTo>
                    <a:pt x="5451500" y="3028042"/>
                    <a:pt x="5412552" y="3083005"/>
                    <a:pt x="5357045" y="3106483"/>
                  </a:cubicBezTo>
                  <a:lnTo>
                    <a:pt x="5296852" y="3118635"/>
                  </a:lnTo>
                  <a:lnTo>
                    <a:pt x="0" y="3118635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3FFBAD8B-C4D1-3B93-97A4-AEFC910E79A2}"/>
                </a:ext>
              </a:extLst>
            </p:cNvPr>
            <p:cNvSpPr/>
            <p:nvPr/>
          </p:nvSpPr>
          <p:spPr>
            <a:xfrm>
              <a:off x="3197265" y="2468583"/>
              <a:ext cx="125643" cy="125643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926AF3CC-BF4F-7A81-D11C-77A113BEA85C}"/>
                </a:ext>
              </a:extLst>
            </p:cNvPr>
            <p:cNvSpPr/>
            <p:nvPr/>
          </p:nvSpPr>
          <p:spPr>
            <a:xfrm>
              <a:off x="3197265" y="2970799"/>
              <a:ext cx="125643" cy="125643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橢圓 8">
              <a:extLst>
                <a:ext uri="{FF2B5EF4-FFF2-40B4-BE49-F238E27FC236}">
                  <a16:creationId xmlns:a16="http://schemas.microsoft.com/office/drawing/2014/main" id="{7B438108-7814-9975-CBC6-8492CFFC69A5}"/>
                </a:ext>
              </a:extLst>
            </p:cNvPr>
            <p:cNvSpPr/>
            <p:nvPr/>
          </p:nvSpPr>
          <p:spPr>
            <a:xfrm>
              <a:off x="3197265" y="3473015"/>
              <a:ext cx="125643" cy="125643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矩形: 圓角 15">
              <a:extLst>
                <a:ext uri="{FF2B5EF4-FFF2-40B4-BE49-F238E27FC236}">
                  <a16:creationId xmlns:a16="http://schemas.microsoft.com/office/drawing/2014/main" id="{74624286-3561-A6B1-45FD-44C9CAE3DF91}"/>
                </a:ext>
              </a:extLst>
            </p:cNvPr>
            <p:cNvSpPr/>
            <p:nvPr/>
          </p:nvSpPr>
          <p:spPr>
            <a:xfrm>
              <a:off x="4571999" y="2872370"/>
              <a:ext cx="3378200" cy="976291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矩形: 圓角 16">
              <a:extLst>
                <a:ext uri="{FF2B5EF4-FFF2-40B4-BE49-F238E27FC236}">
                  <a16:creationId xmlns:a16="http://schemas.microsoft.com/office/drawing/2014/main" id="{FBA7593D-D260-6DED-4332-A8139B93FFF8}"/>
                </a:ext>
              </a:extLst>
            </p:cNvPr>
            <p:cNvSpPr/>
            <p:nvPr/>
          </p:nvSpPr>
          <p:spPr>
            <a:xfrm>
              <a:off x="5994399" y="3370058"/>
              <a:ext cx="533400" cy="228600"/>
            </a:xfrm>
            <a:prstGeom prst="round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矩形: 圓角 17">
              <a:extLst>
                <a:ext uri="{FF2B5EF4-FFF2-40B4-BE49-F238E27FC236}">
                  <a16:creationId xmlns:a16="http://schemas.microsoft.com/office/drawing/2014/main" id="{C2892DBB-A16B-3337-0F26-A19CE582C2A1}"/>
                </a:ext>
              </a:extLst>
            </p:cNvPr>
            <p:cNvSpPr/>
            <p:nvPr/>
          </p:nvSpPr>
          <p:spPr>
            <a:xfrm>
              <a:off x="7550149" y="3954022"/>
              <a:ext cx="400049" cy="171450"/>
            </a:xfrm>
            <a:prstGeom prst="round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矩形: 圓角 20">
              <a:extLst>
                <a:ext uri="{FF2B5EF4-FFF2-40B4-BE49-F238E27FC236}">
                  <a16:creationId xmlns:a16="http://schemas.microsoft.com/office/drawing/2014/main" id="{936A6489-338B-9089-4BF2-E1D88394684D}"/>
                </a:ext>
              </a:extLst>
            </p:cNvPr>
            <p:cNvSpPr/>
            <p:nvPr/>
          </p:nvSpPr>
          <p:spPr>
            <a:xfrm>
              <a:off x="4571588" y="2035504"/>
              <a:ext cx="1627200" cy="1692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矩形: 圓角 21">
              <a:extLst>
                <a:ext uri="{FF2B5EF4-FFF2-40B4-BE49-F238E27FC236}">
                  <a16:creationId xmlns:a16="http://schemas.microsoft.com/office/drawing/2014/main" id="{EE69F082-9404-415B-5477-C8FB92856747}"/>
                </a:ext>
              </a:extLst>
            </p:cNvPr>
            <p:cNvSpPr/>
            <p:nvPr/>
          </p:nvSpPr>
          <p:spPr>
            <a:xfrm>
              <a:off x="5683299" y="3047246"/>
              <a:ext cx="1155600" cy="176400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矩形: 圓角 22">
              <a:extLst>
                <a:ext uri="{FF2B5EF4-FFF2-40B4-BE49-F238E27FC236}">
                  <a16:creationId xmlns:a16="http://schemas.microsoft.com/office/drawing/2014/main" id="{029484C8-8268-7225-0A7F-60952C16AA7B}"/>
                </a:ext>
              </a:extLst>
            </p:cNvPr>
            <p:cNvSpPr/>
            <p:nvPr/>
          </p:nvSpPr>
          <p:spPr>
            <a:xfrm>
              <a:off x="4571588" y="2375559"/>
              <a:ext cx="3200400" cy="86400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矩形: 圓角 23">
              <a:extLst>
                <a:ext uri="{FF2B5EF4-FFF2-40B4-BE49-F238E27FC236}">
                  <a16:creationId xmlns:a16="http://schemas.microsoft.com/office/drawing/2014/main" id="{8B9A6757-37FF-12EE-861A-A7A1754DE89E}"/>
                </a:ext>
              </a:extLst>
            </p:cNvPr>
            <p:cNvSpPr/>
            <p:nvPr/>
          </p:nvSpPr>
          <p:spPr>
            <a:xfrm>
              <a:off x="4571588" y="2546895"/>
              <a:ext cx="1951200" cy="86400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40418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EAA2C-8F4D-61F3-10B3-34D820498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D74EC32F-8A1C-6272-0A06-918BC9E19F15}"/>
              </a:ext>
            </a:extLst>
          </p:cNvPr>
          <p:cNvGrpSpPr/>
          <p:nvPr/>
        </p:nvGrpSpPr>
        <p:grpSpPr>
          <a:xfrm>
            <a:off x="2868843" y="1474304"/>
            <a:ext cx="6219316" cy="3118637"/>
            <a:chOff x="2868843" y="1474304"/>
            <a:chExt cx="6219316" cy="3118637"/>
          </a:xfrm>
        </p:grpSpPr>
        <p:sp>
          <p:nvSpPr>
            <p:cNvPr id="4" name="矩形: 圓角 3">
              <a:extLst>
                <a:ext uri="{FF2B5EF4-FFF2-40B4-BE49-F238E27FC236}">
                  <a16:creationId xmlns:a16="http://schemas.microsoft.com/office/drawing/2014/main" id="{5EFF8B1C-2627-9475-F19F-67C121E3D872}"/>
                </a:ext>
              </a:extLst>
            </p:cNvPr>
            <p:cNvSpPr/>
            <p:nvPr/>
          </p:nvSpPr>
          <p:spPr>
            <a:xfrm>
              <a:off x="2868843" y="1474304"/>
              <a:ext cx="6219316" cy="3118636"/>
            </a:xfrm>
            <a:prstGeom prst="roundRect">
              <a:avLst>
                <a:gd name="adj" fmla="val 4959"/>
              </a:avLst>
            </a:prstGeom>
            <a:solidFill>
              <a:srgbClr val="1E202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" name="手繪多邊形: 圖案 4">
              <a:extLst>
                <a:ext uri="{FF2B5EF4-FFF2-40B4-BE49-F238E27FC236}">
                  <a16:creationId xmlns:a16="http://schemas.microsoft.com/office/drawing/2014/main" id="{C35622E1-5A86-9BE8-2577-9768C10C3E66}"/>
                </a:ext>
              </a:extLst>
            </p:cNvPr>
            <p:cNvSpPr/>
            <p:nvPr/>
          </p:nvSpPr>
          <p:spPr>
            <a:xfrm>
              <a:off x="3636659" y="1478185"/>
              <a:ext cx="5451500" cy="3114756"/>
            </a:xfrm>
            <a:custGeom>
              <a:avLst/>
              <a:gdLst>
                <a:gd name="csX0" fmla="*/ 3394908 w 5451500"/>
                <a:gd name="csY0" fmla="*/ 0 h 3114756"/>
                <a:gd name="csX1" fmla="*/ 5296847 w 5451500"/>
                <a:gd name="csY1" fmla="*/ 0 h 3114756"/>
                <a:gd name="csX2" fmla="*/ 5451500 w 5451500"/>
                <a:gd name="csY2" fmla="*/ 154461 h 3114756"/>
                <a:gd name="csX3" fmla="*/ 5451500 w 5451500"/>
                <a:gd name="csY3" fmla="*/ 2960296 h 3114756"/>
                <a:gd name="csX4" fmla="*/ 5357045 w 5451500"/>
                <a:gd name="csY4" fmla="*/ 3102619 h 3114756"/>
                <a:gd name="csX5" fmla="*/ 5296852 w 5451500"/>
                <a:gd name="csY5" fmla="*/ 3114756 h 3114756"/>
                <a:gd name="csX6" fmla="*/ 0 w 5451500"/>
                <a:gd name="csY6" fmla="*/ 3114756 h 3114756"/>
                <a:gd name="csX7" fmla="*/ 0 w 5451500"/>
                <a:gd name="csY7" fmla="*/ 3106994 h 3114756"/>
                <a:gd name="csX8" fmla="*/ 3394908 w 5451500"/>
                <a:gd name="csY8" fmla="*/ 3106994 h 31147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5451500" h="3114756">
                  <a:moveTo>
                    <a:pt x="3394908" y="0"/>
                  </a:moveTo>
                  <a:lnTo>
                    <a:pt x="5296847" y="0"/>
                  </a:lnTo>
                  <a:cubicBezTo>
                    <a:pt x="5382259" y="0"/>
                    <a:pt x="5451500" y="69155"/>
                    <a:pt x="5451500" y="154461"/>
                  </a:cubicBezTo>
                  <a:lnTo>
                    <a:pt x="5451500" y="2960296"/>
                  </a:lnTo>
                  <a:cubicBezTo>
                    <a:pt x="5451500" y="3024276"/>
                    <a:pt x="5412552" y="3079170"/>
                    <a:pt x="5357045" y="3102619"/>
                  </a:cubicBezTo>
                  <a:lnTo>
                    <a:pt x="5296852" y="3114756"/>
                  </a:lnTo>
                  <a:lnTo>
                    <a:pt x="0" y="3114756"/>
                  </a:lnTo>
                  <a:lnTo>
                    <a:pt x="0" y="3106994"/>
                  </a:lnTo>
                  <a:lnTo>
                    <a:pt x="3394908" y="3106994"/>
                  </a:lnTo>
                  <a:close/>
                </a:path>
              </a:pathLst>
            </a:custGeom>
            <a:solidFill>
              <a:srgbClr val="21252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6E8C9ED0-8A5B-0111-5DD4-DC799E300E37}"/>
                </a:ext>
              </a:extLst>
            </p:cNvPr>
            <p:cNvSpPr/>
            <p:nvPr/>
          </p:nvSpPr>
          <p:spPr>
            <a:xfrm>
              <a:off x="3197265" y="2468583"/>
              <a:ext cx="125643" cy="125643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71467B4B-AB5D-BD6E-C5E6-2268830CC7C5}"/>
                </a:ext>
              </a:extLst>
            </p:cNvPr>
            <p:cNvSpPr/>
            <p:nvPr/>
          </p:nvSpPr>
          <p:spPr>
            <a:xfrm>
              <a:off x="3197265" y="2970799"/>
              <a:ext cx="125643" cy="125643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橢圓 8">
              <a:extLst>
                <a:ext uri="{FF2B5EF4-FFF2-40B4-BE49-F238E27FC236}">
                  <a16:creationId xmlns:a16="http://schemas.microsoft.com/office/drawing/2014/main" id="{5200971C-2421-DEFB-6531-8EDFFF76EF5D}"/>
                </a:ext>
              </a:extLst>
            </p:cNvPr>
            <p:cNvSpPr/>
            <p:nvPr/>
          </p:nvSpPr>
          <p:spPr>
            <a:xfrm>
              <a:off x="3197265" y="3473015"/>
              <a:ext cx="125643" cy="125643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786D007-BBBA-F001-E9BE-CA7FEE31D94A}"/>
                </a:ext>
              </a:extLst>
            </p:cNvPr>
            <p:cNvSpPr/>
            <p:nvPr/>
          </p:nvSpPr>
          <p:spPr>
            <a:xfrm>
              <a:off x="3636659" y="1478184"/>
              <a:ext cx="3394908" cy="3114756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矩形: 圓角 19">
              <a:extLst>
                <a:ext uri="{FF2B5EF4-FFF2-40B4-BE49-F238E27FC236}">
                  <a16:creationId xmlns:a16="http://schemas.microsoft.com/office/drawing/2014/main" id="{BA94951D-59EC-65CC-B51A-E748E3C6BB01}"/>
                </a:ext>
              </a:extLst>
            </p:cNvPr>
            <p:cNvSpPr/>
            <p:nvPr/>
          </p:nvSpPr>
          <p:spPr>
            <a:xfrm>
              <a:off x="5273535" y="2186363"/>
              <a:ext cx="1571627" cy="516392"/>
            </a:xfrm>
            <a:prstGeom prst="roundRect">
              <a:avLst>
                <a:gd name="adj" fmla="val 9711"/>
              </a:avLst>
            </a:prstGeom>
            <a:solidFill>
              <a:srgbClr val="7579B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矩形: 圓角 20">
              <a:extLst>
                <a:ext uri="{FF2B5EF4-FFF2-40B4-BE49-F238E27FC236}">
                  <a16:creationId xmlns:a16="http://schemas.microsoft.com/office/drawing/2014/main" id="{979D6B97-04A3-A6B2-AB39-D3829B146628}"/>
                </a:ext>
              </a:extLst>
            </p:cNvPr>
            <p:cNvSpPr/>
            <p:nvPr/>
          </p:nvSpPr>
          <p:spPr>
            <a:xfrm>
              <a:off x="3815575" y="2861247"/>
              <a:ext cx="2219465" cy="713222"/>
            </a:xfrm>
            <a:prstGeom prst="roundRect">
              <a:avLst>
                <a:gd name="adj" fmla="val 9711"/>
              </a:avLst>
            </a:prstGeom>
            <a:solidFill>
              <a:srgbClr val="39476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矩形: 圓角 21">
              <a:extLst>
                <a:ext uri="{FF2B5EF4-FFF2-40B4-BE49-F238E27FC236}">
                  <a16:creationId xmlns:a16="http://schemas.microsoft.com/office/drawing/2014/main" id="{A9807C1A-9D91-3E39-11D2-D3AAABF3477A}"/>
                </a:ext>
              </a:extLst>
            </p:cNvPr>
            <p:cNvSpPr/>
            <p:nvPr/>
          </p:nvSpPr>
          <p:spPr>
            <a:xfrm>
              <a:off x="5704840" y="3741785"/>
              <a:ext cx="1140322" cy="381925"/>
            </a:xfrm>
            <a:prstGeom prst="roundRect">
              <a:avLst>
                <a:gd name="adj" fmla="val 9711"/>
              </a:avLst>
            </a:prstGeom>
            <a:solidFill>
              <a:srgbClr val="7579B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08FFCD39-8926-D5B1-79F0-E8AFE4220953}"/>
                </a:ext>
              </a:extLst>
            </p:cNvPr>
            <p:cNvSpPr/>
            <p:nvPr/>
          </p:nvSpPr>
          <p:spPr>
            <a:xfrm>
              <a:off x="3636658" y="4287519"/>
              <a:ext cx="3394907" cy="30542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矩形: 圓角 26">
              <a:extLst>
                <a:ext uri="{FF2B5EF4-FFF2-40B4-BE49-F238E27FC236}">
                  <a16:creationId xmlns:a16="http://schemas.microsoft.com/office/drawing/2014/main" id="{910EDA96-B5A8-A6DC-99F8-267C6400D8A6}"/>
                </a:ext>
              </a:extLst>
            </p:cNvPr>
            <p:cNvSpPr/>
            <p:nvPr/>
          </p:nvSpPr>
          <p:spPr>
            <a:xfrm>
              <a:off x="3870960" y="1637515"/>
              <a:ext cx="1627200" cy="2016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矩形: 圓角 27">
              <a:extLst>
                <a:ext uri="{FF2B5EF4-FFF2-40B4-BE49-F238E27FC236}">
                  <a16:creationId xmlns:a16="http://schemas.microsoft.com/office/drawing/2014/main" id="{5773D0C2-8264-57B8-4A56-A8BD57CF4BF0}"/>
                </a:ext>
              </a:extLst>
            </p:cNvPr>
            <p:cNvSpPr/>
            <p:nvPr/>
          </p:nvSpPr>
          <p:spPr>
            <a:xfrm>
              <a:off x="7265868" y="1637515"/>
              <a:ext cx="611717" cy="201600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矩形: 圓角 28">
              <a:extLst>
                <a:ext uri="{FF2B5EF4-FFF2-40B4-BE49-F238E27FC236}">
                  <a16:creationId xmlns:a16="http://schemas.microsoft.com/office/drawing/2014/main" id="{912C2D21-F4DF-9C4D-48AA-AFBD12FED94D}"/>
                </a:ext>
              </a:extLst>
            </p:cNvPr>
            <p:cNvSpPr/>
            <p:nvPr/>
          </p:nvSpPr>
          <p:spPr>
            <a:xfrm>
              <a:off x="5482942" y="2328747"/>
              <a:ext cx="1152812" cy="51707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矩形: 圓角 29">
              <a:extLst>
                <a:ext uri="{FF2B5EF4-FFF2-40B4-BE49-F238E27FC236}">
                  <a16:creationId xmlns:a16="http://schemas.microsoft.com/office/drawing/2014/main" id="{D478C75D-C8A1-4B38-4D91-8012789D8260}"/>
                </a:ext>
              </a:extLst>
            </p:cNvPr>
            <p:cNvSpPr/>
            <p:nvPr/>
          </p:nvSpPr>
          <p:spPr>
            <a:xfrm>
              <a:off x="5482942" y="2487239"/>
              <a:ext cx="720000" cy="51707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" name="矩形: 圓角 31">
              <a:extLst>
                <a:ext uri="{FF2B5EF4-FFF2-40B4-BE49-F238E27FC236}">
                  <a16:creationId xmlns:a16="http://schemas.microsoft.com/office/drawing/2014/main" id="{D8012ABF-9637-5CCD-4A3A-DD77AD5C50F4}"/>
                </a:ext>
              </a:extLst>
            </p:cNvPr>
            <p:cNvSpPr/>
            <p:nvPr/>
          </p:nvSpPr>
          <p:spPr>
            <a:xfrm>
              <a:off x="5809501" y="3904687"/>
              <a:ext cx="900000" cy="51707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3" name="矩形: 圓角 32">
              <a:extLst>
                <a:ext uri="{FF2B5EF4-FFF2-40B4-BE49-F238E27FC236}">
                  <a16:creationId xmlns:a16="http://schemas.microsoft.com/office/drawing/2014/main" id="{5E1F837C-A170-C996-9B53-8A84B342671C}"/>
                </a:ext>
              </a:extLst>
            </p:cNvPr>
            <p:cNvSpPr/>
            <p:nvPr/>
          </p:nvSpPr>
          <p:spPr>
            <a:xfrm>
              <a:off x="4009742" y="3047286"/>
              <a:ext cx="1800000" cy="51707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4" name="矩形: 圓角 33">
              <a:extLst>
                <a:ext uri="{FF2B5EF4-FFF2-40B4-BE49-F238E27FC236}">
                  <a16:creationId xmlns:a16="http://schemas.microsoft.com/office/drawing/2014/main" id="{8DF2CB27-EF8F-FF6F-DB83-FC6D94868A78}"/>
                </a:ext>
              </a:extLst>
            </p:cNvPr>
            <p:cNvSpPr/>
            <p:nvPr/>
          </p:nvSpPr>
          <p:spPr>
            <a:xfrm>
              <a:off x="4009742" y="3205778"/>
              <a:ext cx="720000" cy="51707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矩形: 圓角 34">
              <a:extLst>
                <a:ext uri="{FF2B5EF4-FFF2-40B4-BE49-F238E27FC236}">
                  <a16:creationId xmlns:a16="http://schemas.microsoft.com/office/drawing/2014/main" id="{632AA1AC-D245-4967-BFE3-5EE760EEBF3C}"/>
                </a:ext>
              </a:extLst>
            </p:cNvPr>
            <p:cNvSpPr/>
            <p:nvPr/>
          </p:nvSpPr>
          <p:spPr>
            <a:xfrm>
              <a:off x="4009742" y="3364270"/>
              <a:ext cx="1152812" cy="51707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" name="矩形: 圓角 35">
              <a:extLst>
                <a:ext uri="{FF2B5EF4-FFF2-40B4-BE49-F238E27FC236}">
                  <a16:creationId xmlns:a16="http://schemas.microsoft.com/office/drawing/2014/main" id="{56D9023A-8ECC-6698-0890-4A292BD60877}"/>
                </a:ext>
              </a:extLst>
            </p:cNvPr>
            <p:cNvSpPr/>
            <p:nvPr/>
          </p:nvSpPr>
          <p:spPr>
            <a:xfrm>
              <a:off x="7265868" y="2109631"/>
              <a:ext cx="519539" cy="15346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7" name="矩形: 圓角 36">
              <a:extLst>
                <a:ext uri="{FF2B5EF4-FFF2-40B4-BE49-F238E27FC236}">
                  <a16:creationId xmlns:a16="http://schemas.microsoft.com/office/drawing/2014/main" id="{EF195718-6A70-F9C0-B2FF-90B8EB27B6D7}"/>
                </a:ext>
              </a:extLst>
            </p:cNvPr>
            <p:cNvSpPr/>
            <p:nvPr/>
          </p:nvSpPr>
          <p:spPr>
            <a:xfrm>
              <a:off x="7240974" y="2405173"/>
              <a:ext cx="1620000" cy="51707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" name="矩形: 圓角 44">
              <a:extLst>
                <a:ext uri="{FF2B5EF4-FFF2-40B4-BE49-F238E27FC236}">
                  <a16:creationId xmlns:a16="http://schemas.microsoft.com/office/drawing/2014/main" id="{3FE9ED27-A6FD-BD52-1057-521AF372783B}"/>
                </a:ext>
              </a:extLst>
            </p:cNvPr>
            <p:cNvSpPr/>
            <p:nvPr/>
          </p:nvSpPr>
          <p:spPr>
            <a:xfrm>
              <a:off x="7240974" y="2645284"/>
              <a:ext cx="900000" cy="51707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矩形: 圓角 45">
              <a:extLst>
                <a:ext uri="{FF2B5EF4-FFF2-40B4-BE49-F238E27FC236}">
                  <a16:creationId xmlns:a16="http://schemas.microsoft.com/office/drawing/2014/main" id="{996B715A-DF31-FA32-DC6F-C5EFD988B69B}"/>
                </a:ext>
              </a:extLst>
            </p:cNvPr>
            <p:cNvSpPr/>
            <p:nvPr/>
          </p:nvSpPr>
          <p:spPr>
            <a:xfrm>
              <a:off x="7240974" y="2880649"/>
              <a:ext cx="1440000" cy="51707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7" name="矩形: 圓角 46">
              <a:extLst>
                <a:ext uri="{FF2B5EF4-FFF2-40B4-BE49-F238E27FC236}">
                  <a16:creationId xmlns:a16="http://schemas.microsoft.com/office/drawing/2014/main" id="{A64EA6DA-D407-00C7-4487-847DFE4BC4AE}"/>
                </a:ext>
              </a:extLst>
            </p:cNvPr>
            <p:cNvSpPr/>
            <p:nvPr/>
          </p:nvSpPr>
          <p:spPr>
            <a:xfrm>
              <a:off x="7240974" y="3120760"/>
              <a:ext cx="1152812" cy="51707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1" name="矩形: 圓角 50">
              <a:extLst>
                <a:ext uri="{FF2B5EF4-FFF2-40B4-BE49-F238E27FC236}">
                  <a16:creationId xmlns:a16="http://schemas.microsoft.com/office/drawing/2014/main" id="{DFB18FB9-528E-A5E2-5927-6E7AB348EB05}"/>
                </a:ext>
              </a:extLst>
            </p:cNvPr>
            <p:cNvSpPr/>
            <p:nvPr/>
          </p:nvSpPr>
          <p:spPr>
            <a:xfrm>
              <a:off x="7265868" y="3423017"/>
              <a:ext cx="519539" cy="15346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矩形: 圓角 51">
              <a:extLst>
                <a:ext uri="{FF2B5EF4-FFF2-40B4-BE49-F238E27FC236}">
                  <a16:creationId xmlns:a16="http://schemas.microsoft.com/office/drawing/2014/main" id="{3C9CB5B7-5375-0C03-E88B-D6B5072F2888}"/>
                </a:ext>
              </a:extLst>
            </p:cNvPr>
            <p:cNvSpPr/>
            <p:nvPr/>
          </p:nvSpPr>
          <p:spPr>
            <a:xfrm>
              <a:off x="7240974" y="3714797"/>
              <a:ext cx="1152812" cy="51707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3" name="矩形: 圓角 52">
              <a:extLst>
                <a:ext uri="{FF2B5EF4-FFF2-40B4-BE49-F238E27FC236}">
                  <a16:creationId xmlns:a16="http://schemas.microsoft.com/office/drawing/2014/main" id="{697417AC-E785-F0AA-C572-9FDEAF0BD0B4}"/>
                </a:ext>
              </a:extLst>
            </p:cNvPr>
            <p:cNvSpPr/>
            <p:nvPr/>
          </p:nvSpPr>
          <p:spPr>
            <a:xfrm>
              <a:off x="7240974" y="3914557"/>
              <a:ext cx="1512000" cy="51707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4" name="矩形: 圓角 53">
              <a:extLst>
                <a:ext uri="{FF2B5EF4-FFF2-40B4-BE49-F238E27FC236}">
                  <a16:creationId xmlns:a16="http://schemas.microsoft.com/office/drawing/2014/main" id="{3AACBFBD-DE48-746C-28FF-4CAF671CAA0D}"/>
                </a:ext>
              </a:extLst>
            </p:cNvPr>
            <p:cNvSpPr/>
            <p:nvPr/>
          </p:nvSpPr>
          <p:spPr>
            <a:xfrm>
              <a:off x="7240974" y="4114317"/>
              <a:ext cx="720000" cy="51707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46912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33A36-1624-1229-AF20-A3A94ED6B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群組 40">
            <a:extLst>
              <a:ext uri="{FF2B5EF4-FFF2-40B4-BE49-F238E27FC236}">
                <a16:creationId xmlns:a16="http://schemas.microsoft.com/office/drawing/2014/main" id="{441AF505-2AFD-F2BB-FCCF-101242C54339}"/>
              </a:ext>
            </a:extLst>
          </p:cNvPr>
          <p:cNvGrpSpPr/>
          <p:nvPr/>
        </p:nvGrpSpPr>
        <p:grpSpPr>
          <a:xfrm>
            <a:off x="2868843" y="1474304"/>
            <a:ext cx="6219316" cy="3118637"/>
            <a:chOff x="2868843" y="1474304"/>
            <a:chExt cx="6219316" cy="3118637"/>
          </a:xfrm>
        </p:grpSpPr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80BB2F76-3DD5-1D26-EE8D-F02EE0B0A35A}"/>
                </a:ext>
              </a:extLst>
            </p:cNvPr>
            <p:cNvGrpSpPr/>
            <p:nvPr/>
          </p:nvGrpSpPr>
          <p:grpSpPr>
            <a:xfrm>
              <a:off x="2868843" y="1474304"/>
              <a:ext cx="6219316" cy="3118637"/>
              <a:chOff x="2868843" y="1474304"/>
              <a:chExt cx="6219316" cy="3118637"/>
            </a:xfrm>
          </p:grpSpPr>
          <p:sp>
            <p:nvSpPr>
              <p:cNvPr id="4" name="矩形: 圓角 3">
                <a:extLst>
                  <a:ext uri="{FF2B5EF4-FFF2-40B4-BE49-F238E27FC236}">
                    <a16:creationId xmlns:a16="http://schemas.microsoft.com/office/drawing/2014/main" id="{E3A0010A-5B8D-F286-408D-2828B313D6C0}"/>
                  </a:ext>
                </a:extLst>
              </p:cNvPr>
              <p:cNvSpPr/>
              <p:nvPr/>
            </p:nvSpPr>
            <p:spPr>
              <a:xfrm>
                <a:off x="2868843" y="1474304"/>
                <a:ext cx="6219316" cy="3118636"/>
              </a:xfrm>
              <a:prstGeom prst="roundRect">
                <a:avLst>
                  <a:gd name="adj" fmla="val 4959"/>
                </a:avLst>
              </a:prstGeom>
              <a:solidFill>
                <a:srgbClr val="1E202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" name="手繪多邊形: 圖案 4">
                <a:extLst>
                  <a:ext uri="{FF2B5EF4-FFF2-40B4-BE49-F238E27FC236}">
                    <a16:creationId xmlns:a16="http://schemas.microsoft.com/office/drawing/2014/main" id="{5D5819B6-3ED4-88F5-C72F-8B42EE1570AE}"/>
                  </a:ext>
                </a:extLst>
              </p:cNvPr>
              <p:cNvSpPr/>
              <p:nvPr/>
            </p:nvSpPr>
            <p:spPr>
              <a:xfrm>
                <a:off x="3636659" y="1478185"/>
                <a:ext cx="5451500" cy="3114756"/>
              </a:xfrm>
              <a:custGeom>
                <a:avLst/>
                <a:gdLst>
                  <a:gd name="csX0" fmla="*/ 3394908 w 5451500"/>
                  <a:gd name="csY0" fmla="*/ 0 h 3114756"/>
                  <a:gd name="csX1" fmla="*/ 5296847 w 5451500"/>
                  <a:gd name="csY1" fmla="*/ 0 h 3114756"/>
                  <a:gd name="csX2" fmla="*/ 5451500 w 5451500"/>
                  <a:gd name="csY2" fmla="*/ 154461 h 3114756"/>
                  <a:gd name="csX3" fmla="*/ 5451500 w 5451500"/>
                  <a:gd name="csY3" fmla="*/ 2960296 h 3114756"/>
                  <a:gd name="csX4" fmla="*/ 5357045 w 5451500"/>
                  <a:gd name="csY4" fmla="*/ 3102619 h 3114756"/>
                  <a:gd name="csX5" fmla="*/ 5296852 w 5451500"/>
                  <a:gd name="csY5" fmla="*/ 3114756 h 3114756"/>
                  <a:gd name="csX6" fmla="*/ 0 w 5451500"/>
                  <a:gd name="csY6" fmla="*/ 3114756 h 3114756"/>
                  <a:gd name="csX7" fmla="*/ 0 w 5451500"/>
                  <a:gd name="csY7" fmla="*/ 3106994 h 3114756"/>
                  <a:gd name="csX8" fmla="*/ 3394908 w 5451500"/>
                  <a:gd name="csY8" fmla="*/ 3106994 h 31147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5451500" h="3114756">
                    <a:moveTo>
                      <a:pt x="3394908" y="0"/>
                    </a:moveTo>
                    <a:lnTo>
                      <a:pt x="5296847" y="0"/>
                    </a:lnTo>
                    <a:cubicBezTo>
                      <a:pt x="5382259" y="0"/>
                      <a:pt x="5451500" y="69155"/>
                      <a:pt x="5451500" y="154461"/>
                    </a:cubicBezTo>
                    <a:lnTo>
                      <a:pt x="5451500" y="2960296"/>
                    </a:lnTo>
                    <a:cubicBezTo>
                      <a:pt x="5451500" y="3024276"/>
                      <a:pt x="5412552" y="3079170"/>
                      <a:pt x="5357045" y="3102619"/>
                    </a:cubicBezTo>
                    <a:lnTo>
                      <a:pt x="5296852" y="3114756"/>
                    </a:lnTo>
                    <a:lnTo>
                      <a:pt x="0" y="3114756"/>
                    </a:lnTo>
                    <a:lnTo>
                      <a:pt x="0" y="3106994"/>
                    </a:lnTo>
                    <a:lnTo>
                      <a:pt x="3394908" y="3106994"/>
                    </a:lnTo>
                    <a:close/>
                  </a:path>
                </a:pathLst>
              </a:custGeom>
              <a:solidFill>
                <a:srgbClr val="21252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7" name="橢圓 6">
                <a:extLst>
                  <a:ext uri="{FF2B5EF4-FFF2-40B4-BE49-F238E27FC236}">
                    <a16:creationId xmlns:a16="http://schemas.microsoft.com/office/drawing/2014/main" id="{1AF375D9-5F39-DA1D-E3C0-8F6848F4D0DD}"/>
                  </a:ext>
                </a:extLst>
              </p:cNvPr>
              <p:cNvSpPr/>
              <p:nvPr/>
            </p:nvSpPr>
            <p:spPr>
              <a:xfrm>
                <a:off x="3197265" y="2468583"/>
                <a:ext cx="125643" cy="125643"/>
              </a:xfrm>
              <a:prstGeom prst="ellipse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" name="橢圓 7">
                <a:extLst>
                  <a:ext uri="{FF2B5EF4-FFF2-40B4-BE49-F238E27FC236}">
                    <a16:creationId xmlns:a16="http://schemas.microsoft.com/office/drawing/2014/main" id="{6CEEAEA2-455C-F460-8388-38533DE9FC9E}"/>
                  </a:ext>
                </a:extLst>
              </p:cNvPr>
              <p:cNvSpPr/>
              <p:nvPr/>
            </p:nvSpPr>
            <p:spPr>
              <a:xfrm>
                <a:off x="3197265" y="2970799"/>
                <a:ext cx="125643" cy="125643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" name="橢圓 8">
                <a:extLst>
                  <a:ext uri="{FF2B5EF4-FFF2-40B4-BE49-F238E27FC236}">
                    <a16:creationId xmlns:a16="http://schemas.microsoft.com/office/drawing/2014/main" id="{492273D3-A94D-E7B0-21DD-C6B702C52C73}"/>
                  </a:ext>
                </a:extLst>
              </p:cNvPr>
              <p:cNvSpPr/>
              <p:nvPr/>
            </p:nvSpPr>
            <p:spPr>
              <a:xfrm>
                <a:off x="3197265" y="3473015"/>
                <a:ext cx="125643" cy="125643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F091A137-2726-2506-0897-2FB73CDB8CB8}"/>
                  </a:ext>
                </a:extLst>
              </p:cNvPr>
              <p:cNvSpPr/>
              <p:nvPr/>
            </p:nvSpPr>
            <p:spPr>
              <a:xfrm>
                <a:off x="3636659" y="1478184"/>
                <a:ext cx="3394908" cy="3114756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" name="矩形: 圓角 19">
                <a:extLst>
                  <a:ext uri="{FF2B5EF4-FFF2-40B4-BE49-F238E27FC236}">
                    <a16:creationId xmlns:a16="http://schemas.microsoft.com/office/drawing/2014/main" id="{58FEF855-6168-F6E7-7090-5509668D2FA7}"/>
                  </a:ext>
                </a:extLst>
              </p:cNvPr>
              <p:cNvSpPr/>
              <p:nvPr/>
            </p:nvSpPr>
            <p:spPr>
              <a:xfrm>
                <a:off x="5273535" y="2186363"/>
                <a:ext cx="1571627" cy="516392"/>
              </a:xfrm>
              <a:prstGeom prst="roundRect">
                <a:avLst>
                  <a:gd name="adj" fmla="val 9711"/>
                </a:avLst>
              </a:prstGeom>
              <a:solidFill>
                <a:srgbClr val="7579B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" name="矩形: 圓角 20">
                <a:extLst>
                  <a:ext uri="{FF2B5EF4-FFF2-40B4-BE49-F238E27FC236}">
                    <a16:creationId xmlns:a16="http://schemas.microsoft.com/office/drawing/2014/main" id="{C0D3BE5F-2A46-4D80-A46B-FF18FEAD2C09}"/>
                  </a:ext>
                </a:extLst>
              </p:cNvPr>
              <p:cNvSpPr/>
              <p:nvPr/>
            </p:nvSpPr>
            <p:spPr>
              <a:xfrm>
                <a:off x="3815575" y="2861247"/>
                <a:ext cx="2219465" cy="713222"/>
              </a:xfrm>
              <a:prstGeom prst="roundRect">
                <a:avLst>
                  <a:gd name="adj" fmla="val 9711"/>
                </a:avLst>
              </a:prstGeom>
              <a:solidFill>
                <a:srgbClr val="39476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2" name="矩形: 圓角 21">
                <a:extLst>
                  <a:ext uri="{FF2B5EF4-FFF2-40B4-BE49-F238E27FC236}">
                    <a16:creationId xmlns:a16="http://schemas.microsoft.com/office/drawing/2014/main" id="{8A897291-DC7B-3443-47BE-3E9665981AB9}"/>
                  </a:ext>
                </a:extLst>
              </p:cNvPr>
              <p:cNvSpPr/>
              <p:nvPr/>
            </p:nvSpPr>
            <p:spPr>
              <a:xfrm>
                <a:off x="5704840" y="3741785"/>
                <a:ext cx="1140322" cy="381925"/>
              </a:xfrm>
              <a:prstGeom prst="roundRect">
                <a:avLst>
                  <a:gd name="adj" fmla="val 9711"/>
                </a:avLst>
              </a:prstGeom>
              <a:solidFill>
                <a:srgbClr val="7579B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D704D07C-BEA0-E0B0-D941-928051A81C33}"/>
                  </a:ext>
                </a:extLst>
              </p:cNvPr>
              <p:cNvSpPr/>
              <p:nvPr/>
            </p:nvSpPr>
            <p:spPr>
              <a:xfrm>
                <a:off x="3636658" y="4287519"/>
                <a:ext cx="3394907" cy="305421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7" name="矩形: 圓角 26">
                <a:extLst>
                  <a:ext uri="{FF2B5EF4-FFF2-40B4-BE49-F238E27FC236}">
                    <a16:creationId xmlns:a16="http://schemas.microsoft.com/office/drawing/2014/main" id="{4C9F84D4-65AA-7099-7A46-E4E1C3F9A8B5}"/>
                  </a:ext>
                </a:extLst>
              </p:cNvPr>
              <p:cNvSpPr/>
              <p:nvPr/>
            </p:nvSpPr>
            <p:spPr>
              <a:xfrm>
                <a:off x="3870960" y="1637515"/>
                <a:ext cx="1627200" cy="20160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" name="矩形: 圓角 27">
                <a:extLst>
                  <a:ext uri="{FF2B5EF4-FFF2-40B4-BE49-F238E27FC236}">
                    <a16:creationId xmlns:a16="http://schemas.microsoft.com/office/drawing/2014/main" id="{483E6BEC-9FD5-975E-9E21-BD89DEF4C813}"/>
                  </a:ext>
                </a:extLst>
              </p:cNvPr>
              <p:cNvSpPr/>
              <p:nvPr/>
            </p:nvSpPr>
            <p:spPr>
              <a:xfrm>
                <a:off x="7265868" y="1637515"/>
                <a:ext cx="611717" cy="201600"/>
              </a:xfrm>
              <a:prstGeom prst="round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9" name="矩形: 圓角 28">
                <a:extLst>
                  <a:ext uri="{FF2B5EF4-FFF2-40B4-BE49-F238E27FC236}">
                    <a16:creationId xmlns:a16="http://schemas.microsoft.com/office/drawing/2014/main" id="{53437554-490A-91D8-3B6B-9AE66DCA3A1F}"/>
                  </a:ext>
                </a:extLst>
              </p:cNvPr>
              <p:cNvSpPr/>
              <p:nvPr/>
            </p:nvSpPr>
            <p:spPr>
              <a:xfrm>
                <a:off x="5482942" y="2328747"/>
                <a:ext cx="1152812" cy="51707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0" name="矩形: 圓角 29">
                <a:extLst>
                  <a:ext uri="{FF2B5EF4-FFF2-40B4-BE49-F238E27FC236}">
                    <a16:creationId xmlns:a16="http://schemas.microsoft.com/office/drawing/2014/main" id="{12574921-2F83-CB56-55D0-7207873E375F}"/>
                  </a:ext>
                </a:extLst>
              </p:cNvPr>
              <p:cNvSpPr/>
              <p:nvPr/>
            </p:nvSpPr>
            <p:spPr>
              <a:xfrm>
                <a:off x="5482942" y="2487239"/>
                <a:ext cx="720000" cy="51707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" name="矩形: 圓角 31">
                <a:extLst>
                  <a:ext uri="{FF2B5EF4-FFF2-40B4-BE49-F238E27FC236}">
                    <a16:creationId xmlns:a16="http://schemas.microsoft.com/office/drawing/2014/main" id="{2357E201-CE15-874D-B0CE-ED0136F8054B}"/>
                  </a:ext>
                </a:extLst>
              </p:cNvPr>
              <p:cNvSpPr/>
              <p:nvPr/>
            </p:nvSpPr>
            <p:spPr>
              <a:xfrm>
                <a:off x="5809501" y="3904687"/>
                <a:ext cx="900000" cy="51707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" name="矩形: 圓角 32">
                <a:extLst>
                  <a:ext uri="{FF2B5EF4-FFF2-40B4-BE49-F238E27FC236}">
                    <a16:creationId xmlns:a16="http://schemas.microsoft.com/office/drawing/2014/main" id="{56A61302-8FD3-225B-5BFA-A0110907CF88}"/>
                  </a:ext>
                </a:extLst>
              </p:cNvPr>
              <p:cNvSpPr/>
              <p:nvPr/>
            </p:nvSpPr>
            <p:spPr>
              <a:xfrm>
                <a:off x="4009742" y="3047286"/>
                <a:ext cx="1800000" cy="51707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4" name="矩形: 圓角 33">
                <a:extLst>
                  <a:ext uri="{FF2B5EF4-FFF2-40B4-BE49-F238E27FC236}">
                    <a16:creationId xmlns:a16="http://schemas.microsoft.com/office/drawing/2014/main" id="{9315F88C-E5E3-295C-F20E-70036109FF92}"/>
                  </a:ext>
                </a:extLst>
              </p:cNvPr>
              <p:cNvSpPr/>
              <p:nvPr/>
            </p:nvSpPr>
            <p:spPr>
              <a:xfrm>
                <a:off x="4009742" y="3205778"/>
                <a:ext cx="720000" cy="51707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5" name="矩形: 圓角 34">
                <a:extLst>
                  <a:ext uri="{FF2B5EF4-FFF2-40B4-BE49-F238E27FC236}">
                    <a16:creationId xmlns:a16="http://schemas.microsoft.com/office/drawing/2014/main" id="{3A2980D0-42BE-865F-6121-E9DAB73F65EF}"/>
                  </a:ext>
                </a:extLst>
              </p:cNvPr>
              <p:cNvSpPr/>
              <p:nvPr/>
            </p:nvSpPr>
            <p:spPr>
              <a:xfrm>
                <a:off x="4009742" y="3364270"/>
                <a:ext cx="1152812" cy="51707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" name="矩形: 圓角 1">
                <a:extLst>
                  <a:ext uri="{FF2B5EF4-FFF2-40B4-BE49-F238E27FC236}">
                    <a16:creationId xmlns:a16="http://schemas.microsoft.com/office/drawing/2014/main" id="{40A1D006-7ED6-EBAD-E690-8AF4C5279096}"/>
                  </a:ext>
                </a:extLst>
              </p:cNvPr>
              <p:cNvSpPr/>
              <p:nvPr/>
            </p:nvSpPr>
            <p:spPr>
              <a:xfrm>
                <a:off x="7265868" y="1996484"/>
                <a:ext cx="1588572" cy="2428196"/>
              </a:xfrm>
              <a:prstGeom prst="roundRect">
                <a:avLst>
                  <a:gd name="adj" fmla="val 2838"/>
                </a:avLst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10" name="矩形: 圓角 9">
              <a:extLst>
                <a:ext uri="{FF2B5EF4-FFF2-40B4-BE49-F238E27FC236}">
                  <a16:creationId xmlns:a16="http://schemas.microsoft.com/office/drawing/2014/main" id="{2DC1D492-A3EF-E29B-C20C-31CA34737A58}"/>
                </a:ext>
              </a:extLst>
            </p:cNvPr>
            <p:cNvSpPr/>
            <p:nvPr/>
          </p:nvSpPr>
          <p:spPr>
            <a:xfrm>
              <a:off x="2868843" y="1474304"/>
              <a:ext cx="6219316" cy="3118636"/>
            </a:xfrm>
            <a:prstGeom prst="roundRect">
              <a:avLst>
                <a:gd name="adj" fmla="val 4959"/>
              </a:avLst>
            </a:prstGeom>
            <a:solidFill>
              <a:srgbClr val="1E202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矩形: 圓角 10">
              <a:extLst>
                <a:ext uri="{FF2B5EF4-FFF2-40B4-BE49-F238E27FC236}">
                  <a16:creationId xmlns:a16="http://schemas.microsoft.com/office/drawing/2014/main" id="{44BC507F-2B64-19D1-A635-082ADF829263}"/>
                </a:ext>
              </a:extLst>
            </p:cNvPr>
            <p:cNvSpPr/>
            <p:nvPr/>
          </p:nvSpPr>
          <p:spPr>
            <a:xfrm>
              <a:off x="3429000" y="2387825"/>
              <a:ext cx="894080" cy="21336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: 圓角 11">
              <a:extLst>
                <a:ext uri="{FF2B5EF4-FFF2-40B4-BE49-F238E27FC236}">
                  <a16:creationId xmlns:a16="http://schemas.microsoft.com/office/drawing/2014/main" id="{84DDA3AC-27A4-6AD3-6AE7-2771F78CDE3D}"/>
                </a:ext>
              </a:extLst>
            </p:cNvPr>
            <p:cNvSpPr/>
            <p:nvPr/>
          </p:nvSpPr>
          <p:spPr>
            <a:xfrm>
              <a:off x="3429000" y="2814545"/>
              <a:ext cx="894080" cy="213360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矩形: 圓角 12">
              <a:extLst>
                <a:ext uri="{FF2B5EF4-FFF2-40B4-BE49-F238E27FC236}">
                  <a16:creationId xmlns:a16="http://schemas.microsoft.com/office/drawing/2014/main" id="{9B703165-BE47-155E-F0FD-4E7D338CAFFC}"/>
                </a:ext>
              </a:extLst>
            </p:cNvPr>
            <p:cNvSpPr/>
            <p:nvPr/>
          </p:nvSpPr>
          <p:spPr>
            <a:xfrm>
              <a:off x="3429000" y="3241265"/>
              <a:ext cx="894080" cy="213360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4" name="矩形: 圓角 13">
              <a:extLst>
                <a:ext uri="{FF2B5EF4-FFF2-40B4-BE49-F238E27FC236}">
                  <a16:creationId xmlns:a16="http://schemas.microsoft.com/office/drawing/2014/main" id="{6992F959-7717-0915-609E-0A3660208CF4}"/>
                </a:ext>
              </a:extLst>
            </p:cNvPr>
            <p:cNvSpPr/>
            <p:nvPr/>
          </p:nvSpPr>
          <p:spPr>
            <a:xfrm>
              <a:off x="4704080" y="2969570"/>
              <a:ext cx="3743960" cy="1351280"/>
            </a:xfrm>
            <a:prstGeom prst="roundRect">
              <a:avLst>
                <a:gd name="adj" fmla="val 4359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矩形: 圓角 14">
              <a:extLst>
                <a:ext uri="{FF2B5EF4-FFF2-40B4-BE49-F238E27FC236}">
                  <a16:creationId xmlns:a16="http://schemas.microsoft.com/office/drawing/2014/main" id="{ABE997A1-BF5E-9850-75A7-38282704AB00}"/>
                </a:ext>
              </a:extLst>
            </p:cNvPr>
            <p:cNvSpPr/>
            <p:nvPr/>
          </p:nvSpPr>
          <p:spPr>
            <a:xfrm>
              <a:off x="4704080" y="2391058"/>
              <a:ext cx="772160" cy="429953"/>
            </a:xfrm>
            <a:prstGeom prst="roundRect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矩形: 圓角 15">
              <a:extLst>
                <a:ext uri="{FF2B5EF4-FFF2-40B4-BE49-F238E27FC236}">
                  <a16:creationId xmlns:a16="http://schemas.microsoft.com/office/drawing/2014/main" id="{AD95DE45-EFC0-5C5E-15E4-964F06239E82}"/>
                </a:ext>
              </a:extLst>
            </p:cNvPr>
            <p:cNvSpPr/>
            <p:nvPr/>
          </p:nvSpPr>
          <p:spPr>
            <a:xfrm>
              <a:off x="5709920" y="2391058"/>
              <a:ext cx="772160" cy="429953"/>
            </a:xfrm>
            <a:prstGeom prst="round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矩形: 圓角 16">
              <a:extLst>
                <a:ext uri="{FF2B5EF4-FFF2-40B4-BE49-F238E27FC236}">
                  <a16:creationId xmlns:a16="http://schemas.microsoft.com/office/drawing/2014/main" id="{1D158EF2-2961-ED29-CC7F-3071501EB831}"/>
                </a:ext>
              </a:extLst>
            </p:cNvPr>
            <p:cNvSpPr/>
            <p:nvPr/>
          </p:nvSpPr>
          <p:spPr>
            <a:xfrm>
              <a:off x="6692900" y="2387825"/>
              <a:ext cx="772160" cy="429953"/>
            </a:xfrm>
            <a:prstGeom prst="roundRect">
              <a:avLst/>
            </a:prstGeom>
            <a:noFill/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矩形: 圓角 17">
              <a:extLst>
                <a:ext uri="{FF2B5EF4-FFF2-40B4-BE49-F238E27FC236}">
                  <a16:creationId xmlns:a16="http://schemas.microsoft.com/office/drawing/2014/main" id="{5B3C3898-1764-C2A3-96E0-02CE4B469DD3}"/>
                </a:ext>
              </a:extLst>
            </p:cNvPr>
            <p:cNvSpPr/>
            <p:nvPr/>
          </p:nvSpPr>
          <p:spPr>
            <a:xfrm>
              <a:off x="7675880" y="2387825"/>
              <a:ext cx="772160" cy="429953"/>
            </a:xfrm>
            <a:prstGeom prst="roundRect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矩形: 圓角 18">
              <a:extLst>
                <a:ext uri="{FF2B5EF4-FFF2-40B4-BE49-F238E27FC236}">
                  <a16:creationId xmlns:a16="http://schemas.microsoft.com/office/drawing/2014/main" id="{121E5F9B-1CE5-4A48-1716-03BE81EAB33B}"/>
                </a:ext>
              </a:extLst>
            </p:cNvPr>
            <p:cNvSpPr/>
            <p:nvPr/>
          </p:nvSpPr>
          <p:spPr>
            <a:xfrm>
              <a:off x="7746999" y="3132873"/>
              <a:ext cx="533400" cy="177057"/>
            </a:xfrm>
            <a:prstGeom prst="round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矩形: 圓角 23">
              <a:extLst>
                <a:ext uri="{FF2B5EF4-FFF2-40B4-BE49-F238E27FC236}">
                  <a16:creationId xmlns:a16="http://schemas.microsoft.com/office/drawing/2014/main" id="{B241F24E-E8A5-21A9-DE6F-1A95F8FA9997}"/>
                </a:ext>
              </a:extLst>
            </p:cNvPr>
            <p:cNvSpPr/>
            <p:nvPr/>
          </p:nvSpPr>
          <p:spPr>
            <a:xfrm>
              <a:off x="4777590" y="2536684"/>
              <a:ext cx="216000" cy="216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矩形: 圓角 24">
              <a:extLst>
                <a:ext uri="{FF2B5EF4-FFF2-40B4-BE49-F238E27FC236}">
                  <a16:creationId xmlns:a16="http://schemas.microsoft.com/office/drawing/2014/main" id="{1CAF4142-0787-9C13-F5DD-3FCEFECF37CD}"/>
                </a:ext>
              </a:extLst>
            </p:cNvPr>
            <p:cNvSpPr/>
            <p:nvPr/>
          </p:nvSpPr>
          <p:spPr>
            <a:xfrm>
              <a:off x="5787240" y="2536684"/>
              <a:ext cx="216000" cy="216000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矩形: 圓角 25">
              <a:extLst>
                <a:ext uri="{FF2B5EF4-FFF2-40B4-BE49-F238E27FC236}">
                  <a16:creationId xmlns:a16="http://schemas.microsoft.com/office/drawing/2014/main" id="{B51836E7-708D-82FC-3F7A-A7B7BB36AB15}"/>
                </a:ext>
              </a:extLst>
            </p:cNvPr>
            <p:cNvSpPr/>
            <p:nvPr/>
          </p:nvSpPr>
          <p:spPr>
            <a:xfrm>
              <a:off x="6771490" y="2536684"/>
              <a:ext cx="216000" cy="216000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矩形: 圓角 30">
              <a:extLst>
                <a:ext uri="{FF2B5EF4-FFF2-40B4-BE49-F238E27FC236}">
                  <a16:creationId xmlns:a16="http://schemas.microsoft.com/office/drawing/2014/main" id="{9F21F215-3C89-C5A7-DDF2-C2CC4C68BD03}"/>
                </a:ext>
              </a:extLst>
            </p:cNvPr>
            <p:cNvSpPr/>
            <p:nvPr/>
          </p:nvSpPr>
          <p:spPr>
            <a:xfrm>
              <a:off x="7755789" y="2536684"/>
              <a:ext cx="216000" cy="216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" name="矩形: 圓角 35">
              <a:extLst>
                <a:ext uri="{FF2B5EF4-FFF2-40B4-BE49-F238E27FC236}">
                  <a16:creationId xmlns:a16="http://schemas.microsoft.com/office/drawing/2014/main" id="{C74B1F46-1944-7578-9EF7-A852FB7C46FF}"/>
                </a:ext>
              </a:extLst>
            </p:cNvPr>
            <p:cNvSpPr/>
            <p:nvPr/>
          </p:nvSpPr>
          <p:spPr>
            <a:xfrm>
              <a:off x="4885589" y="3557436"/>
              <a:ext cx="3394809" cy="177057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7" name="矩形: 圓角 36">
              <a:extLst>
                <a:ext uri="{FF2B5EF4-FFF2-40B4-BE49-F238E27FC236}">
                  <a16:creationId xmlns:a16="http://schemas.microsoft.com/office/drawing/2014/main" id="{F6E3DAFE-B943-E903-DCCB-B60A0A800E04}"/>
                </a:ext>
              </a:extLst>
            </p:cNvPr>
            <p:cNvSpPr/>
            <p:nvPr/>
          </p:nvSpPr>
          <p:spPr>
            <a:xfrm>
              <a:off x="4885589" y="3931497"/>
              <a:ext cx="3394809" cy="177057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" name="矩形: 圓角 37">
              <a:extLst>
                <a:ext uri="{FF2B5EF4-FFF2-40B4-BE49-F238E27FC236}">
                  <a16:creationId xmlns:a16="http://schemas.microsoft.com/office/drawing/2014/main" id="{1FA27A06-14EB-0846-4D78-A4BEA1E96140}"/>
                </a:ext>
              </a:extLst>
            </p:cNvPr>
            <p:cNvSpPr/>
            <p:nvPr/>
          </p:nvSpPr>
          <p:spPr>
            <a:xfrm>
              <a:off x="3429000" y="1779664"/>
              <a:ext cx="1026160" cy="270031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9" name="橢圓 38">
              <a:extLst>
                <a:ext uri="{FF2B5EF4-FFF2-40B4-BE49-F238E27FC236}">
                  <a16:creationId xmlns:a16="http://schemas.microsoft.com/office/drawing/2014/main" id="{1C9256FE-37CF-795E-6FCB-114C8465AAFE}"/>
                </a:ext>
              </a:extLst>
            </p:cNvPr>
            <p:cNvSpPr/>
            <p:nvPr/>
          </p:nvSpPr>
          <p:spPr>
            <a:xfrm>
              <a:off x="7494999" y="1772095"/>
              <a:ext cx="252000" cy="25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矩形: 圓角 39">
              <a:extLst>
                <a:ext uri="{FF2B5EF4-FFF2-40B4-BE49-F238E27FC236}">
                  <a16:creationId xmlns:a16="http://schemas.microsoft.com/office/drawing/2014/main" id="{5E0D189A-7190-4839-AE41-219F412EE8D4}"/>
                </a:ext>
              </a:extLst>
            </p:cNvPr>
            <p:cNvSpPr/>
            <p:nvPr/>
          </p:nvSpPr>
          <p:spPr>
            <a:xfrm>
              <a:off x="7851625" y="1791415"/>
              <a:ext cx="576730" cy="21336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1184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0</Words>
  <Application>Microsoft Office PowerPoint</Application>
  <PresentationFormat>寬螢幕</PresentationFormat>
  <Paragraphs>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13440</dc:creator>
  <cp:lastModifiedBy>13440</cp:lastModifiedBy>
  <cp:revision>1</cp:revision>
  <dcterms:created xsi:type="dcterms:W3CDTF">2025-12-15T15:45:17Z</dcterms:created>
  <dcterms:modified xsi:type="dcterms:W3CDTF">2025-12-15T16:51:57Z</dcterms:modified>
</cp:coreProperties>
</file>